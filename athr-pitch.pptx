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place, not the tech. Jubbah is a UNESCO site an hour from Hail with carvings up to ten thousand years 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constraint early: no signal. It makes the offline choice sound inevitable rather than clever.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here. Scan a panel live. Do not narrate the architecture while demoing — let them watch it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likely judge question. Answer it before they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Say it plainly and move on — do not oversell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live: scan, correct, scan again. Ten seconds, and they watch learning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wins credibility. Most teams show only the flattering number. Saying "our benchmark lied and here is how we caught it" is what a senior engineer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a judge your phone. Let them scan something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0" b="1" dirty="0">
                <a:solidFill>
                  <a:srgbClr val="C9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13232" y="2697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800" kern="0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34290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heritage guide that works where the heritage is —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on the phone, in 29 languages.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 AI Hackathon  ·  Hail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137160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🐐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86384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A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years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63840" y="4114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rock art at Jubbah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World Heritage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visitor stands in front of a carving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there is nothing to tell them what it is.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566928" cy="566928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signage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panels are unmarked. The rock does not explain itself.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20116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2331720"/>
            <a:ext cx="566928" cy="566928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5152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guide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45152" y="35204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are scarce, and none speak every visitor’s language.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0144" y="20116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2331720"/>
            <a:ext cx="566928" cy="566928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30184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signal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30184" y="35204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is in open desert. Anything cloud-based simply fails.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is the obvious answer — and it is the one that does not work here.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the phone. Hear the story.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383280" y="144475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keeps scanning while you move — it does not need one perfect shot.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548640" cy="548640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624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Recognise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names the exact panel in front of you, not just "rock art".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922776"/>
            <a:ext cx="548640" cy="548640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8313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383280" y="38587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plays in your language, narrated, with the site’s history.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412480" y="1371600"/>
            <a:ext cx="3108960" cy="3657600"/>
          </a:xfrm>
          <a:prstGeom prst="roundRect">
            <a:avLst>
              <a:gd name="adj" fmla="val 3529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691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A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41248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documented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Jabal Umm Sinman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AI actually is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DINOv3  ViT-S/16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0584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vision transformer from Meta, trained self-supervised on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1.689 billion images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no human labels at all.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any photo into 384 numbers — a fingerprint. Similar things land close together.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against 201 reference vectors from our own field photos.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training. This is instance retrieval — how Google Lens works.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232D42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A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“Did you train a model?”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deliberately.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27889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network on 200 photos would overfit badly. Instead we use a foundation model that already learned what rock, texture and carving are, and do retrieval in its embedding space.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transfer learning — and it is the same approach production visual search uses.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on the phone. All of it.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 No API key. No internet after first load.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MB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model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01568" y="20574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A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01568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to run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63056" y="20574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63056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user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24544" y="20574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24544" y="2286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A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24544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32D42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43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break when the WiFi does, or when the API credits run out. This one works in the middle of the Nafud — and it costs the same to serve one visitor or a million.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learns — on the device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14600" cy="1874520"/>
          </a:xfrm>
          <a:prstGeom prst="roundRect">
            <a:avLst>
              <a:gd name="adj" fmla="val 5854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719072"/>
            <a:ext cx="502920" cy="502920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7647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names the panel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82112" y="2148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01568" y="1463040"/>
            <a:ext cx="2514600" cy="1874520"/>
          </a:xfrm>
          <a:prstGeom prst="roundRect">
            <a:avLst>
              <a:gd name="adj" fmla="val 5854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719072"/>
            <a:ext cx="502920" cy="502920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70248" y="17647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57600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tap “not this one”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148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63056" y="1463040"/>
            <a:ext cx="2514600" cy="1874520"/>
          </a:xfrm>
          <a:prstGeom prst="roundRect">
            <a:avLst>
              <a:gd name="adj" fmla="val 5854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9088" y="1719072"/>
            <a:ext cx="502920" cy="502920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31736" y="17647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19088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 your phone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05088" y="2148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924544" y="1463040"/>
            <a:ext cx="2514600" cy="1874520"/>
          </a:xfrm>
          <a:prstGeom prst="roundRect">
            <a:avLst>
              <a:gd name="adj" fmla="val 5854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0576" y="1719072"/>
            <a:ext cx="502920" cy="502920"/>
          </a:xfrm>
          <a:prstGeom prst="ellipse">
            <a:avLst/>
          </a:prstGeom>
          <a:solidFill>
            <a:srgbClr val="C97A4A"/>
          </a:solidFill>
          <a:ln w="12700">
            <a:solidFill>
              <a:srgbClr val="C9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0576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93224" y="17647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180576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on the next scan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6118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005840" y="42976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photo came from one field visit — one day, one phone, one light. A visitor’s correction is a photo from a different day and device: exactly what the index lacks.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72200" y="36118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32D42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A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learns negatives too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537960" y="42976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laptop and mark “not a carving at all”. Refusal becomes an answer the system learned from a person — not a failure to clear a threshold.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first benchmark lied to us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said 96.5%. The honest number is 79.3% — and finding out why is the work we are proudest of.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0" cy="2788920"/>
          </a:xfrm>
          <a:prstGeom prst="roundRect">
            <a:avLst>
              <a:gd name="adj" fmla="val 3934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(flattering)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2980944"/>
            <a:ext cx="4892040" cy="274320"/>
          </a:xfrm>
          <a:prstGeom prst="roundRect">
            <a:avLst>
              <a:gd name="adj" fmla="val 20000"/>
            </a:avLst>
          </a:prstGeom>
          <a:solidFill>
            <a:srgbClr val="232D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980944"/>
            <a:ext cx="4720819" cy="274320"/>
          </a:xfrm>
          <a:prstGeom prst="roundRect">
            <a:avLst>
              <a:gd name="adj" fmla="val 20000"/>
            </a:avLst>
          </a:prstGeom>
          <a:solidFill>
            <a:srgbClr val="A297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9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photo, honest test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3849624"/>
            <a:ext cx="4892040" cy="274320"/>
          </a:xfrm>
          <a:prstGeom prst="roundRect">
            <a:avLst>
              <a:gd name="adj" fmla="val 20000"/>
            </a:avLst>
          </a:prstGeom>
          <a:solidFill>
            <a:srgbClr val="232D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849624"/>
            <a:ext cx="3879388" cy="274320"/>
          </a:xfrm>
          <a:prstGeom prst="roundRect">
            <a:avLst>
              <a:gd name="adj" fmla="val 20000"/>
            </a:avLst>
          </a:prstGeom>
          <a:solidFill>
            <a:srgbClr val="DD8C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79.3%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0" y="1874520"/>
            <a:ext cx="4572000" cy="2788920"/>
          </a:xfrm>
          <a:prstGeom prst="roundRect">
            <a:avLst>
              <a:gd name="adj" fmla="val 3934"/>
            </a:avLst>
          </a:prstGeom>
          <a:solidFill>
            <a:srgbClr val="232D42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A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flaw we found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256032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198 reference photos came from one visit, so consecutive frames were near-duplicates. The test was asking “does this photo match its own neighbour taken two seconds earlier?”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data leakage. We rebuilt the decision layer around the honest number.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FA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wrong answers across 53 sand-and-sky photos and 122 independent photos of other Jubbah carvings.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6400" b="1" dirty="0">
                <a:solidFill>
                  <a:srgbClr val="C9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858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on your phone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D8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w-electro.github.io/athr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once on WiFi. After that it works with the phone in airplane mode.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37160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0" y="15361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01000" y="1938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lives on the phone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269748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2862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languages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01000" y="3264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visitor, their own tongue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402336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1A2233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41879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8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001000" y="4590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with every correction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A2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AJA AI Hackathon  ·  Hail, Saudi Arabia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Athr — AJA AI Hackathon</dc:title>
  <dc:subject>PptxGenJS Presentation</dc:subject>
  <dc:creator>Athr</dc:creator>
  <cp:lastModifiedBy>Athr</cp:lastModifiedBy>
  <cp:revision>1</cp:revision>
  <dcterms:created xsi:type="dcterms:W3CDTF">2026-09-20T08:23:57Z</dcterms:created>
  <dcterms:modified xsi:type="dcterms:W3CDTF">2026-09-20T08:23:57Z</dcterms:modified>
</cp:coreProperties>
</file>