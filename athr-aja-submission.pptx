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pic>
        <p:nvPicPr>
          <p:cNvPr id="6" name="Image 3" descr="preencoded.png">    </p:cNvPr>
          <p:cNvPicPr>
            <a:picLocks noChangeAspect="1"/>
          </p:cNvPicPr>
          <p:nvPr/>
        </p:nvPicPr>
        <p:blipFill>
          <a:blip r:embed="rId4"/>
          <a:stretch>
            <a:fillRect/>
          </a:stretch>
        </p:blipFill>
        <p:spPr>
          <a:xfrm>
            <a:off x="10575223" y="1371600"/>
            <a:ext cx="839232" cy="1188720"/>
          </a:xfrm>
          <a:prstGeom prst="rect">
            <a:avLst/>
          </a:prstGeom>
        </p:spPr>
      </p:pic>
      <p:sp>
        <p:nvSpPr>
          <p:cNvPr id="7" name="Text 1"/>
          <p:cNvSpPr/>
          <p:nvPr/>
        </p:nvSpPr>
        <p:spPr>
          <a:xfrm>
            <a:off x="4579017" y="1371600"/>
            <a:ext cx="5676166" cy="237744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يحول كل نقش صخري إلى قصة يسمعها السائح بلغته</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يصور السائح النقش، فيسميه ماسح ذكي بنموذج DINOv3 من بين مئات النقوش، ويروي قصته في 29 لغة</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ويرسم له مسار رحلته كاملا، ويعمل في قلب الصحراء دون إنترنت</a:t>
            </a:r>
            <a:endParaRPr lang="en-US" sz="1500" dirty="0"/>
          </a:p>
        </p:txBody>
      </p:sp>
      <p:sp>
        <p:nvSpPr>
          <p:cNvPr id="8"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9"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10"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1"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2"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3"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4"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5"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6"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7"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8"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9"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 ومبرمج</a:t>
            </a:r>
            <a:endParaRPr lang="en-US" sz="1250" dirty="0"/>
          </a:p>
        </p:txBody>
      </p:sp>
      <p:sp>
        <p:nvSpPr>
          <p:cNvPr id="20"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1"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2"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 ومرشد سياحي</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فيسمي النقش الذي يراه السائح من بين مئات النقوش</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ذكاء اصطناعي كامل داخل الجوال، يتعلم من تصحيحات السياح ويتحسن مع كل 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اللافتة عامة، والمرشد بموعد، والتطبيق السحابي يتوقف بلا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ويقوم على نموذج DINOv3 من Meta، المدرب على ملايين الصور فصار يميز الأشكال وحده</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صورة لا نص، والموقع بلا شبكة، فاخترنا نموذجا يعمل داخل الجوال، وبنينا فوقه فهرسا من 200 صورة ميدانية</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يتحسن مع كل تصحيح من السياح، ونوظف الذكاء الاصطناعي مرة أخرى في توليد الرواية المسموعة في 29 لغة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في مواقع التراث حول العالم آلاف النقوش الصخرية، وغالبا ما يقف السائح أمامها دون أن يعرف ما يرى</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وهيئة التراث</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بلغات كثيرة في صحراء بلا شبكة، فلا يخدمهم حل سحابي ولا حل بلغة واحدة</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السائح يفهم ما يرى بلغته، والجهة المشغلة تقدم تجربة أفضل مجانا</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ونعرض الآن جدول الحروف الرسمي</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للمطاعم والمقاهي والفنادق والمحميات في مسار الرحلة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التطبيق نفسه لمتحف آخر باسمه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السائح الإضافي لا يكلفنا شيئا، فلا خوادم</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إعداد لمرة واحدة لكل موقع</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كل شيء يعمل داخل جوال السائح</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777240" y="5138928"/>
            <a:ext cx="8570671"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996696" y="5248656"/>
            <a:ext cx="8131759"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996696" y="5559552"/>
            <a:ext cx="8131759"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المسح يقترح التطبيق أقرب شريك، فيحجز السائح منه، ويدفع الشريك عمولة عن كل حجز</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والموقع الجديد يحتاج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وكل تصحيح من سائح يزيد الدقة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أي متحف بنسخة تحمل اسمه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2026-09-30T14:18:41Z</dcterms:created>
  <dcterms:modified xsi:type="dcterms:W3CDTF">2026-09-30T14:18:41Z</dcterms:modified>
</cp:coreProperties>
</file>