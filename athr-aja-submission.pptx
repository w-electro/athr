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على النقش الصخري، فيتعرف التطبيق على النقش بعينه، ويروي قصته مسموعة بلغته.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شيء داخل الجوال: لا خادم، ولا اشتراك، ولا إنترنت بعد أول تحميل.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 لا لافتة عند المدخل: يسمي النقش الذي أمامك من بين مئات النقوش على الجدار الواحد.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كله داخل المتصفح، 22 ميغابايت، ويتعلم من تصحيح السائح على جهازه فيصيب في المسح التالي.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بديل يقف عند حد: اللافتة عامة، والمرشد بموعد، والتطبيق السحابي يتوقف حيث لا شبكة.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822192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822192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885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98264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88536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98264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86460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974336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864608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974336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44068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55040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440680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550408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النموذج لا يوجد منتج: التعرف على النقش هو المنتج نفسه لا ميزة مضافة إليه. ونموذج الرؤية DINOv3 من Meta، مفتوح المصدر، تعلم أشكال الأشياء من ملايين الصور بلا وسم بشري.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نصية: صخرة أمام السائح. والموقع بلا تغطية، فاخترنا نموذجا يعمل داخل الجهاز لا واجهة سحابية. وبنينا فوقه طبقة القرار: فهرس بصمات ميداني، وسلم قص يعالج اختلاف الإطار، وحكم يقول لا أعرف بدل أن يخمن.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بالاستعمال. وتوظيف ثان للذكاء الاصطناعي: توليد الرواية المسموعة بتسع وعشرين لغة بنماذج نطق مفتوحة المصدر.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النقوش. والسائح يقف أمام الصخرة فلا يعرف ما أمامه ولا كم عمره. ولا تغطية شبكة في الموقع.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ولغة، وموقع في الصحراء المفتوحة: كل حل يعتمد على السحابة يسقط هناك، وكل حل بلغة واحدة يترك أكثر السياح.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للسائح: يعرف ما أمامه بلغته وبصوت. وللجهة المشغلة: تجربة سائح أفضل بصفر تكلفة تشغيل، ودون بنية تحتية تحتاج إلى إدارة.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وقراءة النقوش الثمودية قيد التطوير: لا نخترع ترجمة لا نملك أصلها الموثق، ونعرض الآن جدول الحروف الرسمي ليطابق السائح بنفسه.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 وفنادق حائل تريد الوصول إلى السائح.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ندرج مواقعهم في مسار رحلتي برسم سنوي. السائح جائع بعد ساعتين في الموقع، والمطعم يريد أن يصل إليه.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التكلفة الحدية للسائح الإضافي صفر: لا خوادم ولا واجهات مدفوعة.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950208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169664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وسائح مليون سواء في الكلفة — لأن التعرف والصوت والمحتوى كلها داخل جهاز السائح، لا على خادم نملكه.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27213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7213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136941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آبل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سنويا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402226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02226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25$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4511954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جوجل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واحدة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86968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لم ندربه على جبة، فهو لا يعرفها أكثر مما سيعرف غيرها.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تمس الشيفرة: مجلد صور جديد، وإعادة تشغيل بناء الفهرس.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كل سائح يصحح يزيد دقته لمن بعده.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تراثي.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2026-09-30T06:14:52Z</dcterms:created>
  <dcterms:modified xsi:type="dcterms:W3CDTF">2026-09-30T06:14:52Z</dcterms:modified>
</cp:coreProperties>
</file>