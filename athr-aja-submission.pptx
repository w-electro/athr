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يشمل مسارا كاملا لرحلة السائح، إضافة إلى ماسح ذكي يعمل بنموذج الذكاء الاصطناعي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يوجه السائح كاميرا جواله إلى النقش الصخري، فيتعرف عليه الماسح بعينه، ويروي له قصته بصوت مسموع وبلغته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لا لافتة عامة عند المدخل، فيسمي النقش الذي أمامك من بين مئات النقوش على الصخرة الواحدة</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نموذج الرؤية يعمل كاملا داخل المتصفح بحجم 22 ميغابايت، ويتعلم من تصحيح السائح على جهازه فيصيب في المسح التالي</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لكل بديل حد يقف عنده، فاللافتة عامة، والمرشد يحتاج إلى موعد، والتطبيق السحابي يتوقف حيث 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لا ميزة مضافة إليه، فلا منتج دون النموذج، ونموذج الرؤية DINOv3 من Meta مفتوح المصدر، تدرب على ملايين الصور حتى صار يميز الأشكال والتفاصيل وحده، دون أن يخبره أحد بما في كل صورة</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بصرية لا نصية، فأمام السائح صخرة لا نص، والموقع بلا تغطية، فاخترنا نموذجا يعمل داخل الجهاز لا على السحابة، وبنينا فوقه طبقة القرار: فهرس بصمات من الميدان، وسلم قص يعالج اختلاف الإطار، وحكم يقول لا أعرف بدل أن يخمن</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يتعلم من تصحيح السائح على جهازه فيتحسن كلما استعمل، ونوظف الذكاء الاصطناعي مرة ثانية في توليد الرواية المسموعة بتسع وعشرين لغة بنماذج نطق مفتوحة المصدر</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جبة مسجلة في قائمة التراث العالمي لليونسكو وفيها مئات النقوش، لكن السائح يقف أمام الصخرة فلا يعرف ما أمامه ولا كم عمره، ولا تغطية للشبكة في الموقع</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جبة والشويمس من داخل المملكة وخارجها، والرحلات المدرسية والجامعية، وهيئة التراث ومركز الزوار، والمنشآت المحلية التي تريد الوصول إلى السائح</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من كل مكان وبكل لغة، وموقع في الصحراء المفتوحة، فكل حل يعتمد على السحابة يتوقف هناك، وكل حل بلغة واحدة لا يخدم أكثر السياح</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للسائح أن يفهم ما أمامه بلغته وبصوت مسموع، وللجهة المشغلة تجربة سائح أفضل دون أي تكلفة تشغيل ولا بنية تحتية تحتاج إلى إدارة</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ولن نخترع ترجمة لا نملك أصلها الموثق، فنعرض الآن جدول الحروف الرسمي ليقارن السائح بنفسه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مسحات مجانية، ثم باقات إضافية</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محددة للمطاعم والمقاهي والفنادق والمحميات السياحية في مسار رحلتي</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تطبيق أثر نفسه لمتحف آخر، باسمه وشعاره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لا يكلفنا السائح الإضافي شيئا، فلا خوادم ولا واجهات برمجية مدفوعة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كلها إعداد لمرة واحدة عن كل موقع: تصوير وفهرسة ومحتوى وترجمة</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التعرف والصوت والمحتوى كلها داخل جهاز السائح لا على خادم نملكه</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5181448" y="5138928"/>
            <a:ext cx="4166464"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5400904"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5400904"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مسح النقش يقترح التطبيق أقرب مقهى أو مطعم أو محمية شريكة، فيحجز السائح منه مباشرة، ويدفع الشريك عمولة ثابتة عن كل حجز مؤكد</a:t>
            </a:r>
            <a:endParaRPr lang="en-US" sz="1150" dirty="0"/>
          </a:p>
        </p:txBody>
      </p:sp>
      <p:sp>
        <p:nvSpPr>
          <p:cNvPr id="22" name="Shape 18"/>
          <p:cNvSpPr/>
          <p:nvPr/>
        </p:nvSpPr>
        <p:spPr>
          <a:xfrm>
            <a:off x="777240" y="5138928"/>
            <a:ext cx="4166464" cy="1225296"/>
          </a:xfrm>
          <a:prstGeom prst="roundRect">
            <a:avLst>
              <a:gd name="adj" fmla="val 5970"/>
            </a:avLst>
          </a:prstGeom>
          <a:solidFill>
            <a:srgbClr val="E9E2FB"/>
          </a:solidFill>
          <a:ln w="9525">
            <a:solidFill>
              <a:srgbClr val="D9E2EC"/>
            </a:solidFill>
            <a:prstDash val="solid"/>
          </a:ln>
        </p:spPr>
      </p:sp>
      <p:sp>
        <p:nvSpPr>
          <p:cNvPr id="23" name="Text 19"/>
          <p:cNvSpPr/>
          <p:nvPr/>
        </p:nvSpPr>
        <p:spPr>
          <a:xfrm>
            <a:off x="996696"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باقات المسح</a:t>
            </a:r>
            <a:endParaRPr lang="en-US" sz="1350" dirty="0"/>
          </a:p>
        </p:txBody>
      </p:sp>
      <p:sp>
        <p:nvSpPr>
          <p:cNvPr id="24" name="Text 20"/>
          <p:cNvSpPr/>
          <p:nvPr/>
        </p:nvSpPr>
        <p:spPr>
          <a:xfrm>
            <a:off x="996696"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لكل سائح عدد من المسحات المجانية، ثم يشتري باقة مسحات إضافية من داخل التطبيق، والقصص والمسار مجانية دائما</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لم ندرب النموذج على جبة، فهو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وإضافة موقع جديد لا تغير البرمجة، بل تحتاج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والفهرس يتوسع بلا حد، فكل تصحيح من سائح يزيد دقته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حيث النقوش بالآلاف: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نسخة بيضاء لأي متحف: التطبيق نفسه باسمه وشعاره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2026-09-30T11:26:31Z</dcterms:created>
  <dcterms:modified xsi:type="dcterms:W3CDTF">2026-09-30T11:26:31Z</dcterms:modified>
</cp:coreProperties>
</file>