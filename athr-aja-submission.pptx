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تصحيحات السياح فتصل إلى كل الأجهزة مع التحديث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تدرب على ملايين الصور حتى صار يميز الأشكال والتفاصيل وحده، دون أن يخبره أحد بما في كل صورة</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التعرف: فهرس بصمات من الميدان، وسلم قص يعالج اختلاف الإطار</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تصحيحات السياح فتصل إلى كل الأجهزة مع التحديث، ويتحسن كلما استعمل، ونوظف الذكاء الاصطناعي مرة أخرى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محددة للمطاعم والمقاهي والفنادق والمحميات السياحية في مسار رحلتي</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تطبيق أثر نفسه لمتحف آخر، باسمه وشعاره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مسح النقش يقترح التطبيق أقرب مقهى أو مطعم أو محمية شريكة، فيحجز السائح منه مباشرة، ويدفع الشريك عمولة ثابتة عن كل حجز مؤكد</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لكل سائح عدد من المسحات المجانية، ثم يشتري باقة مسحات إضافية من داخل التطبيق، والقصص والمسار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التطبيق نفسه باسمه وشعاره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2026-09-30T11:30:57Z</dcterms:created>
  <dcterms:modified xsi:type="dcterms:W3CDTF">2026-09-30T11:30:57Z</dcterms:modified>
</cp:coreProperties>
</file>