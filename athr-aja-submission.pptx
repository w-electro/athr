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ماسح ذكي يعمل بنموذج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إلى النقش الصخري، فيتعرف عليه الماسح بعينه، ويروي له قصته بصوت مسموع وبلغته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عامة عند المدخل، فيسمي النقش الذي أمامك من بين مئات النقوش على الصخرة الواحدة</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يعمل كاملا داخل المتصفح بحجم 22 ميغابايت، ويتعلم من تصحيح السائح على جهازه فيصيب في المسح التالي</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لكل بديل حد يقف عنده، فاللافتة عامة، والمرشد يحتاج إلى 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بنقوش جبة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لا ميزة مضافة إليه، فلا منتج دون النموذج، ونموذج الرؤية DINOv3 من Meta مفتوح المصدر، تعلم أشكال الأشياء من ملايين الصور دون وسم بشري</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فأمام السائح صخرة لا نص، والموقع بلا تغطية، فاخترنا نموذجا يعمل داخل الجهاز لا على السحابة، وبنينا فوقه طبقة القرار: فهرس بصمات من الميدان، وسلم قص يعالج اختلاف الإطار، وحكم يقول لا أعرف بدل أن يخمن</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 السائح على جهازه فيتحسن كلما استعمل، ونوظف الذكاء الاصطناعي مرة ثانية في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لكن السائح يقف أمام الصخرة فلا يعرف ما أمامه ولا كم عمره، ولا تغطية للشبكة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جبة والشويمس من داخل المملكة وخارجها،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وبكل لغة، وموقع في الصحراء المفتوحة، فكل حل يعتمد على السحابة يتوقف هناك، وكل حل بلغة واحدة لا يخدم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أن يفهم ما أمامه بلغته وبصوت مسموع، وللجهة المشغلة تجربة سائح أفضل دون أي تكلفة تشغيل ولا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ولن نخترع ترجمة لا نملك أصلها الموثق، فنعرض الآن جدول الحروف الرسمي ليقارن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مسحات مجانية، ثم باقات إضافية</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محددة للمطاعم والمقاهي والفنادق والمحميات السياحية في مسار رحلتي</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تطبيق أثر نفسه لمتحف آخر، باسمه وشعاره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لا يكلفنا السائح الإضافي شيئا، فلا خوادم ولا واجهات برمجية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التعرف والصوت والمحتوى كلها داخل جهاز السائح لا على خادم نملكه</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5181448" y="5138928"/>
            <a:ext cx="4166464"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5400904"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5400904"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مسح النقش يقترح التطبيق أقرب مقهى أو مطعم أو محمية شريكة، فيحجز السائح منه مباشرة، ويدفع الشريك عمولة ثابتة عن كل حجز مؤكد</a:t>
            </a:r>
            <a:endParaRPr lang="en-US" sz="1150" dirty="0"/>
          </a:p>
        </p:txBody>
      </p:sp>
      <p:sp>
        <p:nvSpPr>
          <p:cNvPr id="22" name="Shape 18"/>
          <p:cNvSpPr/>
          <p:nvPr/>
        </p:nvSpPr>
        <p:spPr>
          <a:xfrm>
            <a:off x="777240" y="5138928"/>
            <a:ext cx="4166464" cy="1225296"/>
          </a:xfrm>
          <a:prstGeom prst="roundRect">
            <a:avLst>
              <a:gd name="adj" fmla="val 5970"/>
            </a:avLst>
          </a:prstGeom>
          <a:solidFill>
            <a:srgbClr val="E9E2FB"/>
          </a:solidFill>
          <a:ln w="9525">
            <a:solidFill>
              <a:srgbClr val="D9E2EC"/>
            </a:solidFill>
            <a:prstDash val="solid"/>
          </a:ln>
        </p:spPr>
      </p:sp>
      <p:sp>
        <p:nvSpPr>
          <p:cNvPr id="23" name="Text 19"/>
          <p:cNvSpPr/>
          <p:nvPr/>
        </p:nvSpPr>
        <p:spPr>
          <a:xfrm>
            <a:off x="996696"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باقات المسح</a:t>
            </a:r>
            <a:endParaRPr lang="en-US" sz="1350" dirty="0"/>
          </a:p>
        </p:txBody>
      </p:sp>
      <p:sp>
        <p:nvSpPr>
          <p:cNvPr id="24" name="Text 20"/>
          <p:cNvSpPr/>
          <p:nvPr/>
        </p:nvSpPr>
        <p:spPr>
          <a:xfrm>
            <a:off x="996696"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لكل سائح عدد من المسحات المجانية، ثم يشتري باقة مسحات إضافية من داخل التطبيق، والقصص والمسار مجانية دائما</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لم ندرب النموذج على جبة، فهو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تغير البرمجة، بل تحتاج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فكل تصحيح من سائح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التطبيق نفسه باسمه وشعاره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2026-09-30T11:17:15Z</dcterms:created>
  <dcterms:modified xsi:type="dcterms:W3CDTF">2026-09-30T11:17:15Z</dcterms:modified>
</cp:coreProperties>
</file>