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image" Target="../media/image-10-5.jpeg"/><Relationship Id="rId6" Type="http://schemas.openxmlformats.org/officeDocument/2006/relationships/image" Target="../media/image-10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image" Target="../media/image-14-4.jpeg"/><Relationship Id="rId5" Type="http://schemas.openxmlformats.org/officeDocument/2006/relationships/image" Target="../media/image-14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أثر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عنا</a:t>
            </a:r>
            <a:endParaRPr lang="en-US" sz="26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489409" cy="31089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969" y="1371600"/>
            <a:ext cx="1489409" cy="31089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9017" y="1463040"/>
            <a:ext cx="68354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بدون إنترنت.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يوجه الزائر كاميرا جواله على النقش الصخري، فيتعرف التطبيق على النقش بعينه، ويروي قصته مسموعة بلغته.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شيء داخل الجوال: لا خادم، ولا اشتراك، ولا إنترنت بعد أول تحميل.</a:t>
            </a:r>
            <a:endParaRPr lang="en-US" sz="1500" dirty="0"/>
          </a:p>
        </p:txBody>
      </p:sp>
      <p:sp>
        <p:nvSpPr>
          <p:cNvPr id="7" name="Shape 2"/>
          <p:cNvSpPr/>
          <p:nvPr/>
        </p:nvSpPr>
        <p:spPr>
          <a:xfrm>
            <a:off x="9282280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282280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800" dirty="0"/>
          </a:p>
        </p:txBody>
      </p:sp>
      <p:sp>
        <p:nvSpPr>
          <p:cNvPr id="9" name="Text 4"/>
          <p:cNvSpPr/>
          <p:nvPr/>
        </p:nvSpPr>
        <p:spPr>
          <a:xfrm>
            <a:off x="9392008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ولكل لغة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رواية مسموعة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6930649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930649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7040377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موثقة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جبة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9017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9017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5" name="Text 10"/>
          <p:cNvSpPr/>
          <p:nvPr/>
        </p:nvSpPr>
        <p:spPr>
          <a:xfrm>
            <a:off x="4688745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خوادم، وصفر تكلفة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زائر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21472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8904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وليد الشمري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8904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قائد الفريق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5156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فالح الغسلان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5156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مؤرخ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تميز الفكرة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يقرأ النقش نفسه لا لافتة عند المدخل: يسمي النقش الذي أمامك من بين مئات النقوش على الجدار الواحد.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مستوى الابتكار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الرؤية كله داخل المتصفح، 22 ميغابايت، ويتعلم من تصحيح الزائر على جهازه فيصيب في المسح التالي.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الاختلاف عن البدائل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بديل يقف عند حد: اللافتة عامة، والمرشد بموعد، والتطبيق السحابي يتوقف حيث لا شبكة.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42455" y="3310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البدائل الحالية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3101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42455" y="3712464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61911" y="3822192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لافتة واحدة عند مدخل الموقع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3712464"/>
            <a:ext cx="6035040" cy="475488"/>
          </a:xfrm>
          <a:prstGeom prst="roundRect">
            <a:avLst>
              <a:gd name="adj" fmla="val 15385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6696" y="3822192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يسمي النقش الذي أمامك بعينه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42455" y="4288536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61911" y="4398264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مرشد بحجز مسبق وبلغات محدودة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77240" y="4288536"/>
            <a:ext cx="6035040" cy="475488"/>
          </a:xfrm>
          <a:prstGeom prst="roundRect">
            <a:avLst>
              <a:gd name="adj" fmla="val 15385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4398264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تسع وعشرون لغة، ولكل لغة صوت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42455" y="4864608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61911" y="4974336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سحابي يتوقف بلا تغطية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7240" y="4864608"/>
            <a:ext cx="6035040" cy="475488"/>
          </a:xfrm>
          <a:prstGeom prst="roundRect">
            <a:avLst>
              <a:gd name="adj" fmla="val 15385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696" y="4974336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كاملا بلا إنترنت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842455" y="5440680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61911" y="555040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بحث بالصور يعطي نتيجة عامة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77240" y="5440680"/>
            <a:ext cx="6035040" cy="475488"/>
          </a:xfrm>
          <a:prstGeom prst="roundRect">
            <a:avLst>
              <a:gd name="adj" fmla="val 15385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6696" y="5550408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مبني على 201 صورة من جبة نفسها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082735" y="1234440"/>
            <a:ext cx="2331720" cy="429768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481328"/>
            <a:ext cx="1234440" cy="9258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082735" y="24505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تراه الكاميرا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9082735" y="272491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9631375" y="2980944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631375" y="30449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0.417   0.902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9631375" y="324612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0.773   0.264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9082735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384 رقما — بصمة الصورة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9082735" y="38221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576511" y="4096512"/>
            <a:ext cx="1344168" cy="1035558"/>
          </a:xfrm>
          <a:prstGeom prst="roundRect">
            <a:avLst>
              <a:gd name="adj" fmla="val 4415"/>
            </a:avLst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375" y="4151376"/>
            <a:ext cx="1234440" cy="92583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082735" y="52303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أقرب نقش في الفهرس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77240" y="1234440"/>
            <a:ext cx="798545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14984" y="1380744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جوهرية الذكاء الاصطناعي في الحل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014984" y="1728216"/>
            <a:ext cx="750996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بلا النموذج لا يوجد منتج: التعرف على النقش هو المنتج نفسه لا ميزة مضافة إليه. ونموذج الرؤية DINOv3 من Meta، مفتوح المصدر، تعلم أشكال الأشياء من ملايين الصور بلا وسم بشري.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2642616"/>
            <a:ext cx="7985455" cy="1572768"/>
          </a:xfrm>
          <a:prstGeom prst="roundRect">
            <a:avLst>
              <a:gd name="adj" fmla="val 465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4984" y="2788920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ملاءمة استخدامه للمشكلة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014984" y="3136392"/>
            <a:ext cx="750996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 بصرية لا نصية: صخرة أمام الزائر. والموقع بلا تغطية، فاخترنا نموذجا يعمل داخل الجهاز لا واجهة سحابية. وبنينا فوقه طبقة القرار: فهرس بصمات ميداني، وسلم قص يعالج اختلاف الإطار، وحكم يقول لا أعرف بدل أن يخمن.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77240" y="4398264"/>
            <a:ext cx="7985455" cy="1133856"/>
          </a:xfrm>
          <a:prstGeom prst="roundRect">
            <a:avLst>
              <a:gd name="adj" fmla="val 64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14984" y="4544568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الحقيقية المضافة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14984" y="4892040"/>
            <a:ext cx="750996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 من تصحيح الزائر على جهازه فيتحسن بالاستعمال. وتوظيف ثان للذكاء الاصطناعي: توليد الرواية المسموعة بتسع وعشرين لغة بنماذج نطق مفتوحة المصدر.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233008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040" y="1453896"/>
            <a:ext cx="560349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7328" y="1472184"/>
            <a:ext cx="3889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507328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 مسجلة في قائمة التراث العالمي لليونسكو، وفيها مئات النقوش. والزائر يقف أمام الصخرة فلا يعرف ما أمامه ولا كم عمره. ولا تغطية شبكة في الموقع.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7240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53896"/>
            <a:ext cx="493986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472184"/>
            <a:ext cx="39559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الفئة المستهدفة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051560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زوار جبة والشويمس من داخل المملكة وخارجها، والرحلات المدرسية والجامعية، وهيئة التراث ومركز الزوار، والمنشآت المحلية التي تريد الوصول إلى الزائر.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233008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40" y="3493008"/>
            <a:ext cx="391187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7328" y="3511296"/>
            <a:ext cx="405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الحاجة الفعلية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07328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زوار من كل مكان ولغة، وموقع في الصحراء المفتوحة: كل حل يعتمد على السحابة يسقط هناك، وكل حل بلغة واحدة يترك أكثر الزوار.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777240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3493008"/>
            <a:ext cx="720896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51560" y="3511296"/>
            <a:ext cx="37290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المقدمة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051560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للزائر: يعرف ما أمامه بلغته وبصوت. وللجهة المشغلة: تجربة زائر أفضل بصفر تكلفة تشغيل، ودون بنية تحتية تحتاج إلى إدارة.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يعمل الآن على الويب، يفتح من الرابط بلا تنزيل:   w-electro.github.io/athr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7399" y="1536192"/>
            <a:ext cx="1117057" cy="2331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18767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اللغة</a:t>
            </a:r>
            <a:endParaRPr lang="en-US" sz="10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7359" y="1536192"/>
            <a:ext cx="1117057" cy="23317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80763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الاستكشاف</a:t>
            </a:r>
            <a:endParaRPr lang="en-US" sz="10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319" y="1536192"/>
            <a:ext cx="1117057" cy="23317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2759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القصة والصوت</a:t>
            </a:r>
            <a:endParaRPr lang="en-US" sz="10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7280" y="1536192"/>
            <a:ext cx="1117057" cy="23317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04755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536192"/>
            <a:ext cx="1117057" cy="233172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6751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بناء الرحلة</a:t>
            </a:r>
            <a:endParaRPr lang="en-US" sz="1050" dirty="0"/>
          </a:p>
        </p:txBody>
      </p:sp>
      <p:sp>
        <p:nvSpPr>
          <p:cNvPr id="15" name="Shape 7"/>
          <p:cNvSpPr/>
          <p:nvPr/>
        </p:nvSpPr>
        <p:spPr>
          <a:xfrm>
            <a:off x="8933459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8933459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</a:t>
            </a:r>
            <a:endParaRPr lang="en-US" sz="2800" dirty="0"/>
          </a:p>
        </p:txBody>
      </p:sp>
      <p:sp>
        <p:nvSpPr>
          <p:cNvPr id="17" name="Text 9"/>
          <p:cNvSpPr/>
          <p:nvPr/>
        </p:nvSpPr>
        <p:spPr>
          <a:xfrm>
            <a:off x="9043187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تعمل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 كل تعديل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621472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621472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79.3%</a:t>
            </a:r>
            <a:endParaRPr lang="en-US" sz="2800" dirty="0"/>
          </a:p>
        </p:txBody>
      </p:sp>
      <p:sp>
        <p:nvSpPr>
          <p:cNvPr id="20" name="Text 12"/>
          <p:cNvSpPr/>
          <p:nvPr/>
        </p:nvSpPr>
        <p:spPr>
          <a:xfrm>
            <a:off x="632444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دقة على صورة جديدة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يوم وجهاز آخرين</a:t>
            </a:r>
            <a:endParaRPr lang="en-US" sz="1100" dirty="0"/>
          </a:p>
        </p:txBody>
      </p:sp>
      <p:sp>
        <p:nvSpPr>
          <p:cNvPr id="21" name="Shape 13"/>
          <p:cNvSpPr/>
          <p:nvPr/>
        </p:nvSpPr>
        <p:spPr>
          <a:xfrm>
            <a:off x="349598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349598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360570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إجابة خاطئة على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53 صورة رمل وسماء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7724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77724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2800" dirty="0"/>
          </a:p>
        </p:txBody>
      </p:sp>
      <p:sp>
        <p:nvSpPr>
          <p:cNvPr id="26" name="Text 18"/>
          <p:cNvSpPr/>
          <p:nvPr/>
        </p:nvSpPr>
        <p:spPr>
          <a:xfrm>
            <a:off x="88696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مقطعا صوتيا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29 لغة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777240" y="5888736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ولا نخترع ترجمة لنقش ثمودي لا نملك قراءته الموثقة: نعرض جدول الحروف الرسمي ليطابق الزائر بنفسه.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العملاء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الجهة المشغلة: هيئة التراث ومركز الزوار.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والمنشآت المحلية: مطاعم ومقاه وفنادق حائل تريد الوصول إلى الزائر.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والزائر نفسه، والتطبيق مجاني له دائما.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شركاء محليون: ندرج مواقعهم في مسار رحلتي برسم سنوي. الزائر جائع بعد ساعتين في الموقع، والمطعم يريد أن يصل إليه.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وترخيص سنوي للجهة المشغلة عن كل موقع، ورسوم إعداد لكل موقع جديد، ونسخة بيضاء لمتاحف أخرى.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الاستدامة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التكلفة الحدية للزائر الإضافي صفر: لا خوادم ولا واجهات مدفوعة.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والتكلفة كلها إعداد لمرة واحدة عن كل موقع: تصوير وفهرسة ومحتوى وترجمة.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3950208"/>
            <a:ext cx="10637215" cy="841248"/>
          </a:xfrm>
          <a:prstGeom prst="roundRect">
            <a:avLst>
              <a:gd name="adj" fmla="val 8696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88136" y="4169664"/>
            <a:ext cx="100154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زائر واحد وزائر مليون سواء في الكلفة — لأن التعرف والصوت والمحتوى كلها داخل جهاز الزائر، لا على خادم نملكه.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8027213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27213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99$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136941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حساب مطور آبل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سنويا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402226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02226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25$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4511954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حساب مطور جوجل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مرة واحدة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77240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0$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886968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تشغيل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شهرية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933459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34627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71203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71203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زيارة ميدانية واحدة للموقع الجديد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472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1588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5246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فهرسة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5246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تحويل الصور إلى بصمات — دقائق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9598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9714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3372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محتوى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73372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كتابة القصص وترجمتها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724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840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1498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1498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توليد الرواية بتسع وعشرين لغة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33008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7328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إعادة تدريب ولا بنية تحتية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07328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لم ندربه على جبة، فهو لا يعرفها أكثر مما سيعرف غيرها.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وإضافة موقع جديد لا تمس الشيفرة: مجلد صور جديد، وإعادة تشغيل بناء الفهرس.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والفهرس يتوسع بلا حد: كل زائر يصحح يزيد دقته لمن بعده.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77240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أين يتوسع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051560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بقية مواقع حائل: الشويمس، وجبال أجا، والقشلة، وقلعة أعيرف.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مواقع المملكة: العلا، والأحساء، والدرعية.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نسخة بيضاء لأي متحف أو موقع تراثي — الشيفرة نفسها، ومحتوى آخر.</a:t>
            </a:r>
            <a:endParaRPr lang="en-US" sz="125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095" y="5175504"/>
            <a:ext cx="1737360" cy="1158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585655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الشويمس</a:t>
            </a:r>
            <a:endParaRPr lang="en-US" sz="11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0279" y="5175504"/>
            <a:ext cx="1737360" cy="11582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628839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جبال أجا</a:t>
            </a:r>
            <a:endParaRPr lang="en-US" sz="11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3463" y="5175504"/>
            <a:ext cx="1737360" cy="11582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72023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القشلة</a:t>
            </a:r>
            <a:endParaRPr lang="en-US" sz="11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6647" y="5175504"/>
            <a:ext cx="1737360" cy="115824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715207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قلعة أعيرف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2026-09-30T05:56:04Z</dcterms:created>
  <dcterms:modified xsi:type="dcterms:W3CDTF">2026-09-30T05:56:04Z</dcterms:modified>
</cp:coreProperties>
</file>