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دون اتصال بالإنترنت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ماسح ذكي يعمل بنموذج الذكاء الاصطناعي DINOv3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إلى النقش الصخري، فيتعرف عليه الماسح بعينه، ويروي له قصته بصوت مسموع وبلغته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نفسه، لا لافتة عامة عند المدخل، فيسمي النقش الذي أمامك من بين مئات النقوش على الصخرة الواحدة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يعمل كاملا داخل المتصفح بحجم 22 ميغابايت، ويتعلم من تصحيح السائح على جهازه فيصيب في المسح التالي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بديل حد يقف عنده، فاللافتة عامة، والمرشد يحتاج إلى موعد، والتطبيق السحابي يتوقف حيث لا شبكة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 الصخرة في ChatGPT فيقول: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تصورها بماسح أثر فيقول: هذا نقش الأسد ومروضه، ويروي قصته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النقش هو المنتج نفسه لا ميزة مضافة إليه، فلا منتج دون النموذج، ونموذج الرؤية DINOv3 من Meta مفتوح المصدر، تعلم أشكال الأشياء من ملايين الصور دون وسم بشري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نصية، فأمام السائح صخرة لا نص، والموقع بلا تغطية، فاخترنا نموذجا يعمل داخل الجهاز لا على السحابة، وبنينا فوقه طبقة القرار: فهرس بصمات من الميدان، وسلم قص يعالج اختلاف الإطار، وحكم يقول لا أعرف بدل أن يخمن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كلما استعمل، ونوظف الذكاء الاصطناعي مرة ثانية في توليد الرواية المسموعة بتسع وعشرين لغة بنماذج نطق مفتوحة المصدر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 وفيها مئات النقوش، لكن السائح يقف أمام الصخرة فلا يعرف ما أمامه ولا كم عمره، ولا تغطية للشبكة في الموقع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وبكل لغة، وموقع في الصحراء المفتوحة، فكل حل يعتمد على السحابة يتوقف هناك، وكل حل بلغة واحدة لا يخدم أكثر السياح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 أن يفهم ما أمامه بلغته وبصوت مسموع، وللجهة المشغلة تجربة سائح أفضل دون أي تكلفة تشغيل ولا بنية تحتية تحتاج إلى إدارة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قراءة النقوش الثمودية قيد التطوير، ولن نخترع ترجمة لا نملك أصلها الموثق، فنعرض الآن جدول الحروف الرسمي ليقارن السائح بنفسه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ومقاهي وفنادق حائل، والمحميات السياحية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نفسه: مسحات مجانية، ثم باقات إضافية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رسوم إدراج محددة للمطاعم والمقاهي والفنادق والمحميات السياحية في مسار رحلتي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ورسوم إعداد لكل موقع جديد، ونسخة بيضاء لمتاحف أخرى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يكلفنا السائح الإضافي شيئا، فلا خوادم ولا واجهات برمجية مدفوعة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4114800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334256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ومليون سائح كلهم سواء في الكلفة، لأن التعرف والصوت والمحتوى كلها داخل جهاز السائح لا على خادم نملكه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585655" y="5138928"/>
            <a:ext cx="1828800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85655" y="5285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695383" y="587044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181448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00904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حجز بعد المسح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00904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مسح النقش يقترح التطبيق أقرب مقهى أو مطعم أو محمية شريكة، فيحجز السائح منه مباشرة، ويدفع الشريك عمولة ثابتة عن كل حجز مؤكد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7240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باقات المسح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996696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 عدد من المسحات المجانية، ثم يشتري باقة مسحات إضافية من داخل التطبيق، والقصص والمسار مجانية دائما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ندرب النموذج على جبة، فهو يتعلم أي موقع بالطريقة نفسها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تغير البرمجة، بل تحتاج إلى صوره فقط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حد، فكل تصحيح من سائح يزيد دقته لمن بعده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2026-09-30T11:07:02Z</dcterms:created>
  <dcterms:modified xsi:type="dcterms:W3CDTF">2026-09-30T11:07:02Z</dcterms:modified>
</cp:coreProperties>
</file>