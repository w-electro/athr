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بدون إنترنت.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الزائر كاميرا جواله على النقش الصخري، فيتعرف التطبيق على اللوحة بعينها، ويروي قصتها مسموعة بلغته.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شيء داخل الجوال: لا خادم، ولا اشتراك، ولا إنترنت بعد أول تحميل.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زائر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 لا لافتة عند المدخل: يسمي اللوحة التي أمامك من بين مئات اللوحات على الجدار الواحد.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كله داخل المتصفح، 22 ميغابايت، ويتعلم من تصحيح الزائر على جهازه فيصيب في المسح التالي.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بديل يقف عند حد: اللافتة عامة، والمرشد بموعد، والتطبيق السحابي يتوقف حيث لا شبكة.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822192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822192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اللوحة التي أمامك بعينها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88536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98264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88536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98264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864608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974336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864608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974336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440680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55040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440680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550408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201 صورة من جبة نفسها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تراه الكاميرا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384 رقما — بصمة الصورة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أقرب لوحة في الفهرس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بلا النموذج لا يوجد منتج: التعرف على اللوحة هو المنتج نفسه لا ميزة مضافة إليه. ونموذج الرؤية DINOv3 من Meta، مفتوح المصدر، تعلم أشكال الأشياء من ملايين الصور بلا وسم بشري.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نصية: صخرة أمام الزائر. والموقع بلا تغطية، فاخترنا نموذجا يعمل داخل الجهاز لا واجهة سحابية. وبنينا فوقه طبقة القرار: فهرس بصمات ميداني، وسلم قص يعالج اختلاف الإطار، وحكم يقول لا أعرف بدل أن يخمن.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الزائر على جهازه فيتحسن بالاستعمال. وذكاء اصطناعي ثان في المشروع: توليد الرواية المسموعة بتسع وعشرين لغة بنماذج نطق مفتوحة المصدر.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لليونسكو، وفيها مئات اللوحات. والزائر يقف أمام الصخرة فلا يعرف ما أمامه ولا كم عمره. ولا تغطية شبكة في الموقع.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زوار جبة والشويمس، محليون ودوليون. والرحلات المدرسية والجامعية. وهيئة التراث ومركز الزوار. والمنشآت المحلية التي تريد الوصول إلى الزائر.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زوار من كل مكان ولغة، وموقع في الصحراء المفتوحة: كل حل يعتمد على السحابة يسقط هناك، وكل حل بلغة واحدة يترك أكثر الزوار.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للزائر: يعرف ما أمامه بلغته وبصوت. وللجهة المشغلة: تجربة زائر أفضل بصفر تكلفة تشغيل، وبلا بنية تحتية ندير.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8933459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8933459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9043187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يعمل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621472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621472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79.3%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632444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دقة على صورة جديدة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يوم وجهاز آخرين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349598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349598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60570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إجابة خاطئة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53 صورة رمل وسماء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7724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7724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6" name="Text 18"/>
          <p:cNvSpPr/>
          <p:nvPr/>
        </p:nvSpPr>
        <p:spPr>
          <a:xfrm>
            <a:off x="88696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ولا نخترع ترجمة لنقش ثمودي لا نملك قراءته الموثقة: نعرض جدول الحروف الرسمي ليطابق الزائر بنفسه.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 وفنادق حائل تريد الوصول إلى الزائر.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والزائر نفسه، والتطبيق مجاني له دائما.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شركاء محليون: ندرج مواقعهم في مسار رحلتي برسم سنوي. الزائر جائع بعد ساعتين في الموقع، والمطعم يريد أن يصل إليه.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وترخيص سنوي للجهة المشغلة عن كل موقع، ورسوم إعداد لكل موقع جديد، ونسخة بيضاء لمتاحف أخرى.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التكلفة الحدية للزائر الإضافي صفر: لا خوادم ولا واجهات مدفوعة.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3950208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169664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فزائر واحد وزائر مليون سواء في الكلفة — لأن التعرف والصوت والمحتوى كلها داخل جهاز الزائر، لا على خادم نملكه.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8027213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27213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136941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حساب مطور آبل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سنويا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402226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02226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25$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4511954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حساب مطور جوجل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مرة واحدة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77240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886968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لم ندربه على جبة، فهو لا يعرفها أكثر مما سيعرف غيرها.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تمس الشيفرة: مجلد صور جديد، وإعادة تشغيل بناء الفهرس.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حد: كل زائر يصحح يزيد دقته لمن بعده.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مواقع المملكة: العلا، والأحساء، والدرعية.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 — الشيفرة نفسها، ومحتوى آخر.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2026-09-30T05:40:56Z</dcterms:created>
  <dcterms:modified xsi:type="dcterms:W3CDTF">2026-09-30T05:40:56Z</dcterms:modified>
</cp:coreProperties>
</file>