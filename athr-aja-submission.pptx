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النسخة البيضاء: نبيع التطبيق نفسه لمتحف أو جهة تراثية أخرى، فننشره باسمها وشعارها ونقوشها وقصصها، ولا يرى السائح اسم أثر. والجهة تدفع لنا البناء والإعداد، ونحن لا نبني تطبيقا جديدا في كل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pic>
        <p:nvPicPr>
          <p:cNvPr id="6" name="Image 3" descr="preencoded.png">    </p:cNvPr>
          <p:cNvPicPr>
            <a:picLocks noChangeAspect="1"/>
          </p:cNvPicPr>
          <p:nvPr/>
        </p:nvPicPr>
        <p:blipFill>
          <a:blip r:embed="rId4"/>
          <a:stretch>
            <a:fillRect/>
          </a:stretch>
        </p:blipFill>
        <p:spPr>
          <a:xfrm>
            <a:off x="10575223" y="1371600"/>
            <a:ext cx="839232" cy="1188720"/>
          </a:xfrm>
          <a:prstGeom prst="rect">
            <a:avLst/>
          </a:prstGeom>
        </p:spPr>
      </p:pic>
      <p:sp>
        <p:nvSpPr>
          <p:cNvPr id="7" name="Text 1"/>
          <p:cNvSpPr/>
          <p:nvPr/>
        </p:nvSpPr>
        <p:spPr>
          <a:xfrm>
            <a:off x="4579017" y="1371600"/>
            <a:ext cx="5676166" cy="237744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يرسم مسار الرحلة كاملا، ويشمل ماسحا ذكيا بنموذج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يصور السائح النقش، فيسميه الماسح ويروي قصته بلغته</a:t>
            </a:r>
            <a:endParaRPr lang="en-US" sz="1500" dirty="0"/>
          </a:p>
        </p:txBody>
      </p:sp>
      <p:sp>
        <p:nvSpPr>
          <p:cNvPr id="8"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9"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10"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1"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2"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3"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4"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5"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6"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7"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8"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9"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 ومبرمج</a:t>
            </a:r>
            <a:endParaRPr lang="en-US" sz="1250" dirty="0"/>
          </a:p>
        </p:txBody>
      </p:sp>
      <p:sp>
        <p:nvSpPr>
          <p:cNvPr id="20"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1"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2"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 ومرشد سياحي</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فيسمي النقش الذي يراه السائح من بين مئات النقوش</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ذكاء اصطناعي كامل داخل الجوال، يتعلم من تصحيحات السياح ويتحسن مع كل تحديث</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اللافتة عامة، والمرشد بموعد، والتطبيق السحابي يتوقف بلا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200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بالنقوش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التعرف على النقش هو المنتج نفسه، ويقوم على نموذج DINOv3 من Meta، المدرب على ملايين الصور فصار يميز الأشكال وحده</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صورة لا نص، والموقع بلا شبكة، فاخترنا نموذجا يعمل داخل الجوال، وبنينا فوقه فهرسا من 200 صورة ميدانية</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يتحسن مع كل تصحيح من السياح، ونوظف الذكاء الاصطناعي مرة أخرى في توليد الرواية المسموعة في 29 لغة</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في مواقع التراث حول العالم آلاف النقوش الصخرية، وغالبا ما يقف السائح أمامها دون أن يعرف ما يرى</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السياح الذين يزورون النقوش، سواء من داخل المملكة أو من خارجها، والرحلات المدرسية، وهيئة التراث</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بلغات كثيرة في صحراء بلا شبكة، فلا يخدمهم حل سحابي ولا حل بلغة واحدة</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السائح يفهم ما يرى بلغته، والجهة المشغلة تقدم تجربة أفضل مجانا</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027213" y="4498848"/>
            <a:ext cx="3387242"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027213" y="4645152"/>
            <a:ext cx="3387242"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8136941"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4402226" y="4498848"/>
            <a:ext cx="3387242"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4402226"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0" name="Text 12"/>
          <p:cNvSpPr/>
          <p:nvPr/>
        </p:nvSpPr>
        <p:spPr>
          <a:xfrm>
            <a:off x="4511954"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1" name="Shape 13"/>
          <p:cNvSpPr/>
          <p:nvPr/>
        </p:nvSpPr>
        <p:spPr>
          <a:xfrm>
            <a:off x="777240" y="4498848"/>
            <a:ext cx="3387242"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777240"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3" name="Text 15"/>
          <p:cNvSpPr/>
          <p:nvPr/>
        </p:nvSpPr>
        <p:spPr>
          <a:xfrm>
            <a:off x="886968"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4" name="Text 16"/>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قراءة النقوش الثمودية قيد التطوير، ونعرض الآن جدول الحروف الرسمي</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5"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6"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7"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والمحميات السياحية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والتطبيق مجاني له دائما</a:t>
            </a:r>
            <a:endParaRPr lang="en-US" sz="1250" dirty="0"/>
          </a:p>
        </p:txBody>
      </p:sp>
      <p:sp>
        <p:nvSpPr>
          <p:cNvPr id="8"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9"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10"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رسوم إدراج للمطاعم والمقاهي والفنادق والمحميات في مسار الرحلة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ورسوم إعداد لكل موقع جديد</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ونسخة بيضاء: التطبيق نفسه لمتحف آخر باسمه</a:t>
            </a:r>
            <a:endParaRPr lang="en-US" sz="1250" dirty="0"/>
          </a:p>
        </p:txBody>
      </p:sp>
      <p:sp>
        <p:nvSpPr>
          <p:cNvPr id="11"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2"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3"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السائح الإضافي لا يكلفنا شيئا، فلا خوادم</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إعداد لمرة واحدة لكل موقع</a:t>
            </a:r>
            <a:endParaRPr lang="en-US" sz="1250" dirty="0"/>
          </a:p>
        </p:txBody>
      </p:sp>
      <p:sp>
        <p:nvSpPr>
          <p:cNvPr id="14"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5"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لأن كل شيء يعمل داخل جوال السائح</a:t>
            </a:r>
            <a:endParaRPr lang="en-US" sz="1450" dirty="0"/>
          </a:p>
        </p:txBody>
      </p:sp>
      <p:sp>
        <p:nvSpPr>
          <p:cNvPr id="16" name="Shape 12"/>
          <p:cNvSpPr/>
          <p:nvPr/>
        </p:nvSpPr>
        <p:spPr>
          <a:xfrm>
            <a:off x="9585655" y="5138928"/>
            <a:ext cx="1828800" cy="1225296"/>
          </a:xfrm>
          <a:prstGeom prst="roundRect">
            <a:avLst>
              <a:gd name="adj" fmla="val 5970"/>
            </a:avLst>
          </a:prstGeom>
          <a:solidFill>
            <a:srgbClr val="EEF3F9"/>
          </a:solidFill>
          <a:ln w="9525">
            <a:solidFill>
              <a:srgbClr val="D9E2EC"/>
            </a:solidFill>
            <a:prstDash val="solid"/>
          </a:ln>
        </p:spPr>
      </p:sp>
      <p:sp>
        <p:nvSpPr>
          <p:cNvPr id="17" name="Text 13"/>
          <p:cNvSpPr/>
          <p:nvPr/>
        </p:nvSpPr>
        <p:spPr>
          <a:xfrm>
            <a:off x="9585655" y="5285232"/>
            <a:ext cx="182880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8" name="Text 14"/>
          <p:cNvSpPr/>
          <p:nvPr/>
        </p:nvSpPr>
        <p:spPr>
          <a:xfrm>
            <a:off x="9695383" y="5870448"/>
            <a:ext cx="160934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9" name="Shape 15"/>
          <p:cNvSpPr/>
          <p:nvPr/>
        </p:nvSpPr>
        <p:spPr>
          <a:xfrm>
            <a:off x="777240" y="5138928"/>
            <a:ext cx="8570671" cy="1225296"/>
          </a:xfrm>
          <a:prstGeom prst="roundRect">
            <a:avLst>
              <a:gd name="adj" fmla="val 5970"/>
            </a:avLst>
          </a:prstGeom>
          <a:solidFill>
            <a:srgbClr val="E9E2FB"/>
          </a:solidFill>
          <a:ln w="9525">
            <a:solidFill>
              <a:srgbClr val="D9E2EC"/>
            </a:solidFill>
            <a:prstDash val="solid"/>
          </a:ln>
        </p:spPr>
      </p:sp>
      <p:sp>
        <p:nvSpPr>
          <p:cNvPr id="20" name="Text 16"/>
          <p:cNvSpPr/>
          <p:nvPr/>
        </p:nvSpPr>
        <p:spPr>
          <a:xfrm>
            <a:off x="996696" y="5248656"/>
            <a:ext cx="8131759"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حجز بعد المسح</a:t>
            </a:r>
            <a:endParaRPr lang="en-US" sz="1350" dirty="0"/>
          </a:p>
        </p:txBody>
      </p:sp>
      <p:sp>
        <p:nvSpPr>
          <p:cNvPr id="21" name="Text 17"/>
          <p:cNvSpPr/>
          <p:nvPr/>
        </p:nvSpPr>
        <p:spPr>
          <a:xfrm>
            <a:off x="996696" y="5559552"/>
            <a:ext cx="8131759"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بعد المسح يقترح التطبيق أقرب شريك، فيحجز السائح منه، ويدفع الشريك عمولة عن كل حجز</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النموذج يتعلم أي موقع بالطريقة نفسها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والموقع الجديد يحتاج إلى صوره فقط</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وكل تصحيح من سائح يزيد الدقة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أي متحف بنسخة تحمل اسمه</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2026-09-30T14:00:01Z</dcterms:created>
  <dcterms:modified xsi:type="dcterms:W3CDTF">2026-09-30T14:00:01Z</dcterms:modified>
</cp:coreProperties>
</file>