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حجز بعد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مسح النقش يقترح التطبيق أقرب مقهى أو مطعم أو محمية شريكة، فيحجز السائح منه مباشرة، ويدفع الشريك عمولة ثابتة عن كل حجز مؤكد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عمولة الحجوزات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يحجز السائح من مسار رحلتي جولة مرشدة أو تخييما في محمية أو رحلة برية، ونأخذ نسبة من كل حجز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2026-09-30T11:00:39Z</dcterms:created>
  <dcterms:modified xsi:type="dcterms:W3CDTF">2026-09-30T11:00:39Z</dcterms:modified>
</cp:coreProperties>
</file>