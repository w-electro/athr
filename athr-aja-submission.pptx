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200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027213" y="4498848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027213" y="4645152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8136941" y="5230368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4402226" y="4498848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4402226" y="4645152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4511954" y="5230368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777240" y="4498848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777240" y="4645152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886968" y="5230368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نفسه: مسحات مجانية، ثم باقات إضافية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حجز بعد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مسح النقش يقترح التطبيق أقرب مقهى أو مطعم أو محمية شريكة، فيحجز السائح منه مباشرة، ويدفع الشريك عمولة ثابتة عن كل حجز مؤكد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باقات المسح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 عدد من المسحات المجانية، ثم يشتري باقة مسحات إضافية من داخل التطبيق، والقصص والمسار مجانية دائما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2026-09-30T11:14:36Z</dcterms:created>
  <dcterms:modified xsi:type="dcterms:W3CDTF">2026-09-30T11:14:36Z</dcterms:modified>
</cp:coreProperties>
</file>