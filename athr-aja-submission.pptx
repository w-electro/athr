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بدون إنترنت.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السائح كاميرا جواله على النقش الصخري، فيتعرف التطبيق على النقش بعينه، ويروي قصته مسموعة بلغته.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شيء داخل الجوال: لا خادم، ولا اشتراك، ولا إنترنت بعد أول تحميل.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472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8904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وليد الشمري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8904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قائد الفريق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5156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فالح الغسلان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5156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مؤرخ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 لا لافتة عند المدخل: يسمي النقش الذي أمامك من بين مئات النقوش على الجدار الواحد.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كله داخل المتصفح، 22 ميغابايت، ويتعلم من تصحيح السائح على جهازه فيصيب في المسح التالي.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بديل يقف عند حد: اللافتة عامة، والمرشد بموعد، والتطبيق السحابي يتوقف حيث لا شبكة.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822192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822192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النقش الذي أمامك بعينه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88536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98264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88536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98264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864608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974336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864608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974336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440680"/>
            <a:ext cx="4572000" cy="475488"/>
          </a:xfrm>
          <a:prstGeom prst="roundRect">
            <a:avLst>
              <a:gd name="adj" fmla="val 15385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55040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440680"/>
            <a:ext cx="6035040" cy="475488"/>
          </a:xfrm>
          <a:prstGeom prst="roundRect">
            <a:avLst>
              <a:gd name="adj" fmla="val 15385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550408"/>
            <a:ext cx="5596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201 صورة من جبة نفسها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السائح يصور النقش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يلخص شكله في أرقام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يطابقها بنقوش جبة فيعرف اسمه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بلا النموذج لا يوجد منتج: التعرف على النقش هو المنتج نفسه لا ميزة مضافة إليه. ونموذج الرؤية DINOv3 من Meta، مفتوح المصدر، تعلم أشكال الأشياء من ملايين الصور بلا وسم بشري.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نصية: صخرة أمام السائح. والموقع بلا تغطية، فاخترنا نموذجا يعمل داخل الجهاز لا واجهة سحابية. وبنينا فوقه طبقة القرار: فهرس بصمات ميداني، وسلم قص يعالج اختلاف الإطار، وحكم يقول لا أعرف بدل أن يخمن.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السائح على جهازه فيتحسن بالاستعمال. وتوظيف ثان للذكاء الاصطناعي: توليد الرواية المسموعة بتسع وعشرين لغة بنماذج نطق مفتوحة المصدر.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لليونسكو، وفيها مئات النقوش. والسائح يقف أمام الصخرة فلا يعرف ما أمامه ولا كم عمره. ولا تغطية شبكة في الموقع.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جبة والشويمس من داخل المملكة وخارجها، والرحلات المدرسية والجامعية، وهيئة التراث ومركز الزوار، والمنشآت المحلية التي تريد الوصول إلى السائح.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من كل مكان ولغة، وموقع في الصحراء المفتوحة: كل حل يعتمد على السحابة يسقط هناك، وكل حل بلغة واحدة يترك أكثر السياح.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للسائح: يعرف ما أمامه بلغته وبصوت. وللجهة المشغلة: تجربة سائح أفضل بصفر تكلفة تشغيل، ودون بنية تحتية تحتاج إلى إدارة.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9447947" y="4498848"/>
            <a:ext cx="1966509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9447947" y="4645152"/>
            <a:ext cx="19665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9557675" y="5230368"/>
            <a:ext cx="174705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صحيح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 الموقع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7280270" y="4498848"/>
            <a:ext cx="1966509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7280270" y="4645152"/>
            <a:ext cx="19665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79.3%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7389998" y="5230368"/>
            <a:ext cx="174705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على صورة من يوم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وجهاز آخرين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5112593" y="4498848"/>
            <a:ext cx="1966509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5112593" y="4645152"/>
            <a:ext cx="19665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5222321" y="5230368"/>
            <a:ext cx="174705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إجابة خاطئة على 175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من خارج الفهرس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2944917" y="4498848"/>
            <a:ext cx="1966509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2944917" y="4645152"/>
            <a:ext cx="19665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26" name="Text 18"/>
          <p:cNvSpPr/>
          <p:nvPr/>
        </p:nvSpPr>
        <p:spPr>
          <a:xfrm>
            <a:off x="3054645" y="5230368"/>
            <a:ext cx="174705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تعمل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27" name="Shape 19"/>
          <p:cNvSpPr/>
          <p:nvPr/>
        </p:nvSpPr>
        <p:spPr>
          <a:xfrm>
            <a:off x="777240" y="4498848"/>
            <a:ext cx="1966509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0"/>
          <p:cNvSpPr/>
          <p:nvPr/>
        </p:nvSpPr>
        <p:spPr>
          <a:xfrm>
            <a:off x="777240" y="4645152"/>
            <a:ext cx="19665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9" name="Text 21"/>
          <p:cNvSpPr/>
          <p:nvPr/>
        </p:nvSpPr>
        <p:spPr>
          <a:xfrm>
            <a:off x="886968" y="5230368"/>
            <a:ext cx="174705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وقراءة النقوش الثمودية قيد التطوير: لا نخترع ترجمة لا نملك أصلها الموثق، ونعرض الآن جدول الحروف الرسمي ليطابق السائح بنفسه.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 وفنادق حائل تريد الوصول إلى السائح.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والسائح نفسه، والتطبيق مجاني له دائما.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شركاء محليون: ندرج مواقعهم في مسار رحلتي برسم سنوي. السائح جائع بعد ساعتين في الموقع، والمطعم يريد أن يصل إليه.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وترخيص سنوي للجهة المشغلة عن كل موقع، ورسوم إعداد لكل موقع جديد، ونسخة بيضاء لمتاحف أخرى.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التكلفة الحدية للسائح الإضافي صفر: لا خوادم ولا واجهات مدفوعة.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3950208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169664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سائح واحد وسائح مليون سواء في الكلفة — لأن التعرف والصوت والمحتوى كلها داخل جهاز السائح، لا على خادم نملكه.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8027213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27213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136941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حساب مطور آبل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سنويا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402226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02226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25$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4511954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حساب مطور جوجل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مرة واحدة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77240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886968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لم ندربه على جبة، فهو لا يعرفها أكثر مما سيعرف غيرها.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تمس الشيفرة: مجلد صور جديد، وإعادة تشغيل بناء الفهرس.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حد: كل سائح يصحح يزيد دقته لمن بعده.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الجنوب حيث النقوش بالآلاف: أبها، وعسير، ونجران، وجازان.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مدينة غنية بالنقوش: العلا، وتيماء، وتبوك، والجوف.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تراثي.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2026-09-30T06:12:50Z</dcterms:created>
  <dcterms:modified xsi:type="dcterms:W3CDTF">2026-09-30T06:12:50Z</dcterms:modified>
</cp:coreProperties>
</file>