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sp>
        <p:nvSpPr>
          <p:cNvPr id="6" name="Text 1"/>
          <p:cNvSpPr/>
          <p:nvPr/>
        </p:nvSpPr>
        <p:spPr>
          <a:xfrm>
            <a:off x="4579017" y="1463040"/>
            <a:ext cx="6835438" cy="228600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دون اتصال بالإنترنت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يرسم مسار رحلة السائح كاملا، ومعه ماسح ذكي يعمل بنموذج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يصور السائح النقش، فيسميه الماسح ويروي قصته بلغته</a:t>
            </a:r>
            <a:endParaRPr lang="en-US" sz="1500" dirty="0"/>
          </a:p>
        </p:txBody>
      </p:sp>
      <p:sp>
        <p:nvSpPr>
          <p:cNvPr id="7"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8"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9"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0"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1"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2"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3"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4"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5"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6"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7"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8"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19"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0"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1"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فيسمي النقش الذي يراه السائح من بين مئات النقوش</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ذكاء اصطناعي كامل داخل الجوال، يتعلم من تصحيحات السياح ويتحسن مع كل تحديث</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اللافتة عامة، والمرشد بموعد، والتطبيق السحابي يتوقف بلا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بالنقوش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ويقوم على نموذج DINOv3 من Meta، المدرب على ملايين الصور فصار يميز الأشكال وحده</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صورة لا نص، والموقع بلا شبكة، فاخترنا نموذجا يعمل داخل الجوال، وبنينا فوقه فهرسا من 200 صورة ميدانية</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يتحسن مع كل تصحيح من السياح، ونوظف الذكاء الاصطناعي مرة أخرى في توليد الرواية المسموعة في 29 لغة</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في مواقع التراث حول العالم آلاف النقوش الصخرية، وغالبا ما يقف السائح أمامها دون أن يعرف ما يرى</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السياح الذين يزورون النقوش، سواء من داخل المملكة أو من خارجها، والرحلات المدرسية، وهيئة التراث</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بلغات كثيرة في صحراء بلا شبكة، فلا يخدمهم حل سحابي ولا حل بلغة واحدة</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السائح يفهم ما يرى بلغته، والجهة المشغلة تقدم تجربة أفضل مجانا</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ونعرض الآن جدول الحروف الرسمي</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مسحات مجانية، ثم باقات إضافية</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للمطاعم والمقاهي والفنادق والمحميات في مسار الرحلة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التطبيق نفسه لمتحف آخر باسمه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السائح الإضافي لا يكلفنا شيئا، فلا خوادم</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إعداد لمرة واحدة لكل موقع</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كل شيء يعمل داخل جوال السائح</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5181448" y="5138928"/>
            <a:ext cx="4166464"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5400904" y="5248656"/>
            <a:ext cx="3727552"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5400904" y="5559552"/>
            <a:ext cx="3727552"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المسح يقترح التطبيق أقرب شريك، فيحجز السائح منه، ويدفع الشريك عمولة عن كل حجز</a:t>
            </a:r>
            <a:endParaRPr lang="en-US" sz="1150" dirty="0"/>
          </a:p>
        </p:txBody>
      </p:sp>
      <p:sp>
        <p:nvSpPr>
          <p:cNvPr id="22" name="Shape 18"/>
          <p:cNvSpPr/>
          <p:nvPr/>
        </p:nvSpPr>
        <p:spPr>
          <a:xfrm>
            <a:off x="777240" y="5138928"/>
            <a:ext cx="4166464" cy="1225296"/>
          </a:xfrm>
          <a:prstGeom prst="roundRect">
            <a:avLst>
              <a:gd name="adj" fmla="val 5970"/>
            </a:avLst>
          </a:prstGeom>
          <a:solidFill>
            <a:srgbClr val="E9E2FB"/>
          </a:solidFill>
          <a:ln w="9525">
            <a:solidFill>
              <a:srgbClr val="D9E2EC"/>
            </a:solidFill>
            <a:prstDash val="solid"/>
          </a:ln>
        </p:spPr>
      </p:sp>
      <p:sp>
        <p:nvSpPr>
          <p:cNvPr id="23" name="Text 19"/>
          <p:cNvSpPr/>
          <p:nvPr/>
        </p:nvSpPr>
        <p:spPr>
          <a:xfrm>
            <a:off x="996696" y="5248656"/>
            <a:ext cx="3727552"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باقات المسح</a:t>
            </a:r>
            <a:endParaRPr lang="en-US" sz="1350" dirty="0"/>
          </a:p>
        </p:txBody>
      </p:sp>
      <p:sp>
        <p:nvSpPr>
          <p:cNvPr id="24" name="Text 20"/>
          <p:cNvSpPr/>
          <p:nvPr/>
        </p:nvSpPr>
        <p:spPr>
          <a:xfrm>
            <a:off x="996696" y="5559552"/>
            <a:ext cx="3727552"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مسحات مجانية لكل سائح، ثم باقات إضافية من داخل التطبيق، والقصص مجانية دائما</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النموذج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والموقع الجديد يحتاج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وكل تصحيح من سائح يزيد الدقة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أي متحف بنسخة تحمل اسمه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2026-09-30T13:25:52Z</dcterms:created>
  <dcterms:modified xsi:type="dcterms:W3CDTF">2026-09-30T13:25:52Z</dcterms:modified>
</cp:coreProperties>
</file>