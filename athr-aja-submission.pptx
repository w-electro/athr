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اكتب أسماء أعضاء الفريق هنا إن طلبها المحكمون.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9144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9494215" y="1298448"/>
            <a:ext cx="182880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783080"/>
            <a:ext cx="1045433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3400"/>
              </a:lnSpc>
              <a:buNone/>
            </a:pPr>
            <a:r>
              <a:rPr lang="en-US" sz="1800" b="1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بدون إنترنت.</a:t>
            </a:r>
            <a:endParaRPr lang="en-US" sz="1800" dirty="0"/>
          </a:p>
          <a:p>
            <a:pPr rtl="1" algn="r" indent="0" marL="0">
              <a:lnSpc>
                <a:spcPts val="3400"/>
              </a:lnSpc>
              <a:buNone/>
            </a:pPr>
            <a:endParaRPr lang="en-US" sz="1800" dirty="0"/>
          </a:p>
          <a:p>
            <a:pPr rtl="1" algn="r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الزائر كاميرا جواله على النقش الصخري، فيتعرف التطبيق على اللوحة بعينها، ويروي قصتها مسموعة بلغته — تسع وعشرون لغة.</a:t>
            </a:r>
            <a:endParaRPr lang="en-US" sz="1800" dirty="0"/>
          </a:p>
          <a:p>
            <a:pPr rtl="1" algn="r" indent="0" marL="0">
              <a:lnSpc>
                <a:spcPts val="3400"/>
              </a:lnSpc>
              <a:buNone/>
            </a:pPr>
            <a:endParaRPr lang="en-US" sz="1800" dirty="0"/>
          </a:p>
          <a:p>
            <a:pPr rtl="1" algn="r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شيء داخل الجوال: لا خادم، ولا اشتراك، ولا إنترنت بعد أول تحميل.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التعرف على مستوى اللوحة لا الموقع: عشر لوحات موثقة في جبل أم سنمان، لكل واحدة اسم وقصة وزمن.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بلا إنترنت بالكامل — النموذج نفسه، اثنان وعشرون ميغابايت، داخل المتصفح لا على خادم.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الزائر على جهازه: تصحيحه يدخل الفهرس فورا فيصيب في المسح التالي، ويتعلم الرفض أيضا.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نفسه، لا لافتة عند المدخل.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وطبقة للخط الثمودي: جدول الحروف الرسمي من هيئة تطوير منطقة حائل، وحقائق الخط التي تفسر حيرة الزائر — أنه بلا حركات، واتجاهه متقلب، وبلا فواصل بين الكلمات.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DINOv3 من Meta، مفتوح المصدر — تعلم أشكال الأشياء من ملايين الصور بلا وسم بشري.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وبنينا فوقه طبقة التعرف: فهرس بصمات 201 صورة ميدانية، وسلم قص يعالج اختلاف الإطار، وطبقة قرار تقول: لا أعرف — بدل أن تخمن، وجمع أدلة من عدة لقطات.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تعلم انتقالي بالأمثلة على الجهاز — لا ضبط لأوزان الشبكة.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وتوظيف ثان للذكاء الاصطناعي: توليد الرواية الصوتية بتسع وعشرين لغة بنماذج نطق مفتوحة المصدر.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لليونسكو، وفيها مئات اللوحات — والزائر يقف أمام الصخرة ولا يعرف ما أمامه.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ولا تغطية شبكة في الموقع، فكل حل يعتمد على السحابة يسقط هناك.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وزواره من كل مكان: تسع وعشرون لغة، ولكل لغة رواية مسموعة.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والقيمة للجهة المشغلة: تجربة زائر أفضل بصفر تكلفة تشغيل.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ويفتح من الرابط بلا تنزيل: w-electro.github.io/athr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ستة مواقع، وعشر لوحات موثقة، وتسع وعشرون لغة، و174 مقطعا صوتيا.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663 اختبارا آليا تعمل مع كل تعديل.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الدقة على صورة جديدة من يوم وجهاز آخرين: 79.3% — وصفر إجابة خاطئة على 53 صورة رمل وسماء.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ولا نخترع ترجمة لنقش ثمودي لا نملك قراءته الموثقة: نعرض جدول الحروف ليطابق الزائر بنفسه. وترجمة مخترعة لنقش عمره ألفا سنة أسوأ من الصمت.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التطبيق مجاني للزائر دائما، ووجهته التالية متجرا آبل وجوجل بلاي.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شركاء محليون: مطاعم ومقاه وفنادق في حائل ندرج مواقعها في مسار رحلتي برسم سنوي — الزائر جائع بعد ساعتين في الموقع، والمطعم يريد أن يصل إليه.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وترخيص سنوي للجهة المشغلة عن كل موقع، ورسوم إعداد لكل موقع جديد، ونسخة بيضاء لمتاحف أخرى.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الحدية للزائر الإضافي صفر: لا خوادم ولا واجهات مدفوعة — فزائر واحد وزائر مليون سواء في الكلفة.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إضافة موقع جديد = تصوير ومحتوى وترجمة. لا إعادة تدريب، ولا بنية تحتية تبنى.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حد: النموذج لم ندربه على جبة، فهو لا يعرفها أكثر مما سيعرف غيرها.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 للنقل إلى أي موقع تراثي في المملكة — العلا، والأحساء، وبقية مواقع حائل.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ويتحسن من تلقاء نفسه: كل زائر يصحح يزيد دقة الفهرس لمن بعده.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9144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2026-09-29T21:13:31Z</dcterms:created>
  <dcterms:modified xsi:type="dcterms:W3CDTF">2026-09-29T21:13:31Z</dcterms:modified>
</cp:coreProperties>
</file>