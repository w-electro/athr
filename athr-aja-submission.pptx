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تصحيحات السياح فتصل إلى كل الأجهزة مع التحديث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تدرب على ملايين الصور حتى صار يميز الأشكال والتفاصيل وحده، دون أن يخبره أحد بما في كل صورة</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القرار: فهرس بصمات من الميدان،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تصحيحات السياح فتصل إلى كل الأجهزة مع التحديث، ويتحسن كلما استعمل، ونوظف الذكاء الاصطناعي مرة ثانية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مسحات مجانية، ثم باقات إضافية</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محددة للمطاعم والمقاهي والفنادق والمحميات السياحية في مسار رحلتي</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تطبيق أثر نفسه لمتحف آخر، باسمه وشعاره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5181448" y="5138928"/>
            <a:ext cx="4166464"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5400904"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5400904"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مسح النقش يقترح التطبيق أقرب مقهى أو مطعم أو محمية شريكة، فيحجز السائح منه مباشرة، ويدفع الشريك عمولة ثابتة عن كل حجز مؤكد</a:t>
            </a:r>
            <a:endParaRPr lang="en-US" sz="1150" dirty="0"/>
          </a:p>
        </p:txBody>
      </p:sp>
      <p:sp>
        <p:nvSpPr>
          <p:cNvPr id="22" name="Shape 18"/>
          <p:cNvSpPr/>
          <p:nvPr/>
        </p:nvSpPr>
        <p:spPr>
          <a:xfrm>
            <a:off x="777240" y="5138928"/>
            <a:ext cx="4166464" cy="1225296"/>
          </a:xfrm>
          <a:prstGeom prst="roundRect">
            <a:avLst>
              <a:gd name="adj" fmla="val 5970"/>
            </a:avLst>
          </a:prstGeom>
          <a:solidFill>
            <a:srgbClr val="E9E2FB"/>
          </a:solidFill>
          <a:ln w="9525">
            <a:solidFill>
              <a:srgbClr val="D9E2EC"/>
            </a:solidFill>
            <a:prstDash val="solid"/>
          </a:ln>
        </p:spPr>
      </p:sp>
      <p:sp>
        <p:nvSpPr>
          <p:cNvPr id="23" name="Text 19"/>
          <p:cNvSpPr/>
          <p:nvPr/>
        </p:nvSpPr>
        <p:spPr>
          <a:xfrm>
            <a:off x="996696"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باقات المسح</a:t>
            </a:r>
            <a:endParaRPr lang="en-US" sz="1350" dirty="0"/>
          </a:p>
        </p:txBody>
      </p:sp>
      <p:sp>
        <p:nvSpPr>
          <p:cNvPr id="24" name="Text 20"/>
          <p:cNvSpPr/>
          <p:nvPr/>
        </p:nvSpPr>
        <p:spPr>
          <a:xfrm>
            <a:off x="996696"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لكل سائح عدد من المسحات المجانية، ثم يشتري باقة مسحات إضافية من داخل التطبيق، والقصص والمسار مجانية دائما</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التطبيق نفسه باسمه وشعاره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2026-09-30T11:28:45Z</dcterms:created>
  <dcterms:modified xsi:type="dcterms:W3CDTF">2026-09-30T11:28:45Z</dcterms:modified>
</cp:coreProperties>
</file>