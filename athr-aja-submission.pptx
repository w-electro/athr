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وشركات تأجير السيارات ومعدات التخييم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649517" y="5138928"/>
            <a:ext cx="269839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68973" y="5248656"/>
            <a:ext cx="2259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خصم مقابل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868973" y="5559552"/>
            <a:ext cx="22594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يمسح السائح النقش فيحصل على رمز خصم، ويدفع المقهى أو المحمية رسما ثابتا عند استخدام الرمز فقط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713378" y="5138928"/>
            <a:ext cx="269839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932834" y="5248656"/>
            <a:ext cx="2259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عمولة الحجوزات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3932834" y="5559552"/>
            <a:ext cx="22594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يحجز السائح من مسار رحلتي جولة مرشدة أو تخييما في محمية أو رحلة برية، ونأخذ نسبة من كل حجز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77240" y="5138928"/>
            <a:ext cx="269839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96696" y="5248656"/>
            <a:ext cx="22594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عمولة التأجير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96696" y="5559552"/>
            <a:ext cx="22594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يستأجر السائح سيارة دفع رباعي أو معدات تخييم من مسار رحلتي، وتدفع شركة التأجير عمولة عن كل عقد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2026-09-30T06:49:52Z</dcterms:created>
  <dcterms:modified xsi:type="dcterms:W3CDTF">2026-09-30T06:49:52Z</dcterms:modified>
</cp:coreProperties>
</file>