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سمى فيها نقشا باسم خاطئ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175 صورة اختبار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نفسه: مسحات مجانية، ثم باقات إضافية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81448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00904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حجز بعد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00904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مسح النقش يقترح التطبيق أقرب مقهى أو مطعم أو محمية شريكة، فيحجز السائح منه مباشرة، ويدفع الشريك عمولة ثابتة عن كل حجز مؤكد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باقات المسح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96696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 عدد من المسحات المجانية، ثم يشتري باقة مسحات إضافية من داخل التطبيق، والقصص والمسار مجانية دائما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2026-09-30T11:12:45Z</dcterms:created>
  <dcterms:modified xsi:type="dcterms:W3CDTF">2026-09-30T11:12:45Z</dcterms:modified>
</cp:coreProperties>
</file>