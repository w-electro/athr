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ابدأ بالمكان لا بالتقنية: جبة على بعد ساعة من حائل، وفيها نقوش يبلغ عمر بعضها عشرة آلاف سنة.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ثبت القيد مبكرا: لا شبكة. عندها يبدو العمل بدون إنترنت ضرورة لا استعراضا.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 هنا مباشرة على جوالك. ولا تشرح البنية أثناء العرض — دعهم يرونه يعمل.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لو سئلت: لم ندرب الشبكة ولم نضبط أوزانها. نستخدم تمثيلات نموذج أساسي ونبحث فيها — وهو ما تفعله محركات البحث بالصور.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نقطة التميز. قلها بوضوح وامض — لا تطل فيها.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اعرضه حيا: امسح، صحح، امسح مرة أخرى. عشر ثوان يرون فيها التعلم يقع. وإن سئلت: النموذج غير بارامتري (k-NN)، وأوزان الشبكة لا تتغير — الذي يتغير هو ما يعرفه عن لوحات جبة.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تكسب الثقة. أكثر الفرق تعرض الرقم الجميل وحده، وقول «قياسنا كذب وهكذا اكتشفناه» أثقل في الميزان.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اختم بأن تعطي أحد المحكمين جوالك، أو اتركهم يمسحون الرمز فيفتحوه على أجهزتهم.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wordmark"/>
          <p:cNvSpPr/>
          <p:nvPr/>
        </p:nvSpPr>
        <p:spPr>
          <a:xfrm>
            <a:off x="5394960" y="1207008"/>
            <a:ext cx="6126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0" b="1" dirty="0">
                <a:solidFill>
                  <a:srgbClr val="C97A4A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4206240" y="331012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دليلك إلى نقوش حائل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206240" y="39502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بدون إنترنت، وبتسع وعشرين لغة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20624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 أجا للذكاء الاصطناعي — حائل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40280"/>
            <a:ext cx="4206240" cy="26700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زائر يقف أمام نقش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ولا شيء يشرح له ما يرى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93973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280" y="2377440"/>
            <a:ext cx="1046136" cy="1143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05495" y="3657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لافتة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305495" y="42062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أغلب اللوحات بلا تعريف، والصخرة لا تشرح نفسها.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23641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6260" y="2377440"/>
            <a:ext cx="1004835" cy="1143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02175" y="3657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مرشد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4602175" y="42062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المرشدون قليلون، ولا يتكلمون كل لغات الزوار.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3309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9807" y="2377440"/>
            <a:ext cx="977968" cy="1143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98855" y="3657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شبكة</a:t>
            </a:r>
            <a:endParaRPr lang="en-US" sz="2400" dirty="0"/>
          </a:p>
        </p:txBody>
      </p:sp>
      <p:sp>
        <p:nvSpPr>
          <p:cNvPr id="15" name="Text 10"/>
          <p:cNvSpPr/>
          <p:nvPr/>
        </p:nvSpPr>
        <p:spPr>
          <a:xfrm>
            <a:off x="898855" y="42062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في الصحراء، فأي حل يعتمد على الإنترنت يتوقف.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685800" y="54864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الحل السحابي هو أول جواب يخطر بالبال، وهو الجواب الذي لا يعمل هنا.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 الكاميرا، واسمع القصة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21792" y="1536192"/>
            <a:ext cx="2121195" cy="4288536"/>
          </a:xfrm>
          <a:prstGeom prst="roundRect">
            <a:avLst>
              <a:gd name="adj" fmla="val 5173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1993179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999232" y="1536192"/>
            <a:ext cx="2121195" cy="4288536"/>
          </a:xfrm>
          <a:prstGeom prst="roundRect">
            <a:avLst>
              <a:gd name="adj" fmla="val 5173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600200"/>
            <a:ext cx="1993179" cy="4160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60720" y="164592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760720" y="2066544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الكاميرا تمسح باستمرار وأنت تحرك يدك، فلا تحتاج لقطة مثالية.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760720" y="272491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يتعرف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760720" y="3145536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يحدد اللوحة التي أمامك بالاسم، لا «نقوش صخرية» فقط.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760720" y="3803904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اسمع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760720" y="4224528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تسمع القصة بصوت، بلغتك أنت، ومعها تاريخ الموقع.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760720" y="489204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0241280" y="50749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٢٩</a:t>
            </a:r>
            <a:endParaRPr lang="en-US" sz="3800" dirty="0"/>
          </a:p>
        </p:txBody>
      </p:sp>
      <p:sp>
        <p:nvSpPr>
          <p:cNvPr id="15" name="Text 11"/>
          <p:cNvSpPr/>
          <p:nvPr/>
        </p:nvSpPr>
        <p:spPr>
          <a:xfrm>
            <a:off x="9006840" y="53035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772400" y="50749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١٠</a:t>
            </a:r>
            <a:endParaRPr lang="en-US" sz="3800" dirty="0"/>
          </a:p>
        </p:txBody>
      </p:sp>
      <p:sp>
        <p:nvSpPr>
          <p:cNvPr id="17" name="Text 13"/>
          <p:cNvSpPr/>
          <p:nvPr/>
        </p:nvSpPr>
        <p:spPr>
          <a:xfrm>
            <a:off x="6035040" y="5303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موثقة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النموذج: DINOv3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160520" y="1554480"/>
            <a:ext cx="7360920" cy="4251960"/>
          </a:xfrm>
          <a:prstGeom prst="roundRect">
            <a:avLst>
              <a:gd name="adj" fmla="val 2151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26280" y="1828800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DINOv3  ViT-S/16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26280" y="2468880"/>
            <a:ext cx="662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رؤية من Meta، تدرب على ١٫٧ مليار صورة بدون أي وسم بشري.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26280" y="3017520"/>
            <a:ext cx="662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يحول أي صورة إلى ٣٨٤ رقما: بصمة تتقارب فيها الصور المتشابهة.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26280" y="3611880"/>
            <a:ext cx="6629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ونحن نستخدمه كما هو: حفظنا بصمات ٢٠١ صورة التقطناها في الموقع، وعند كل مسح نبحث عن أقربها.</a:t>
            </a:r>
            <a:endParaRPr lang="en-US" sz="14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0" y="4526280"/>
            <a:ext cx="658368" cy="11521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26280" y="498348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يرى، فيتعرف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85800" y="155448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41832" y="167335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يميز الشيء نفسه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41832" y="207568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هذه الصخرة بالذات، لا «صخرة ما»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5800" y="265176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41832" y="277063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بدون وسوم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941832" y="317296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تعلم الأشكال والملمس بلا معلم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85800" y="374904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41832" y="386791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٢١ مليون معامل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41832" y="427024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و٢٢ ميغابايت بعد الضغط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5800" y="484632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41832" y="496519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بلا تدريب إضافي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941832" y="536752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ير جبة من قبل، ويعرف لوحاتها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شيء داخل جوالك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خادم، ولا مفتاح API، ولا إنترنت بعد أول تحميل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68680" y="2011680"/>
            <a:ext cx="2148840" cy="3931920"/>
          </a:xfrm>
          <a:prstGeom prst="roundRect">
            <a:avLst>
              <a:gd name="adj" fmla="val 12766"/>
            </a:avLst>
          </a:prstGeom>
          <a:solidFill>
            <a:srgbClr val="151D2C"/>
          </a:solidFill>
          <a:ln w="25400">
            <a:solidFill>
              <a:srgbClr val="C97A4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3246120"/>
            <a:ext cx="1737360" cy="11064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239572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DD8C58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051560" y="47091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والجهاز</a:t>
            </a:r>
            <a:endParaRPr lang="en-US" sz="1200" dirty="0"/>
          </a:p>
          <a:p>
            <a:pPr rtl="1"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وضع الطيران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55687" y="201168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55687" y="226771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٢٢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875727" y="312724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ميغابايت: حجم النموذج كاملا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49447" y="201168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49447" y="226771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صفر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669487" y="312724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 ندير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555687" y="402336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5687" y="427939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صفر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7875727" y="513892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لكل زائر: واحد أو مليون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349447" y="402336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49447" y="427939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١٠٠٪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3669487" y="513892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بلا اتصال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85800" y="6080760"/>
            <a:ext cx="10820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i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أغلب المشاريع تتوقف حين تنقطع الشبكة أو ينفد رصيد خدمة API. وهذا يعمل في وسط النفود.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ويتعلم داخل جهازك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تصحيح من الزائر مثال جديد يدخل النموذج، فيتغير قراره فورا.</a:t>
            </a:r>
            <a:endParaRPr lang="en-US" sz="16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10512"/>
            <a:ext cx="1106424" cy="16824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402775" y="1965960"/>
            <a:ext cx="2103120" cy="1417320"/>
          </a:xfrm>
          <a:prstGeom prst="roundRect">
            <a:avLst>
              <a:gd name="adj" fmla="val 6452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3943" y="2176272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يمسح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603943" y="2670048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فيسمي اللوحة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162495" y="1965960"/>
            <a:ext cx="2103120" cy="1417320"/>
          </a:xfrm>
          <a:prstGeom prst="roundRect">
            <a:avLst>
              <a:gd name="adj" fmla="val 6452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63663" y="2176272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تصحح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363663" y="2670048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تضغط «ليست هذه»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922215" y="1965960"/>
            <a:ext cx="2103120" cy="1417320"/>
          </a:xfrm>
          <a:prstGeom prst="roundRect">
            <a:avLst>
              <a:gd name="adj" fmla="val 6452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3383" y="2176272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5123383" y="2670048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يبقى في جوالك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681935" y="1965960"/>
            <a:ext cx="2103120" cy="1417320"/>
          </a:xfrm>
          <a:prstGeom prst="roundRect">
            <a:avLst>
              <a:gd name="adj" fmla="val 6452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83103" y="2176272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يصيب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2883103" y="2670048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المسح التالي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355080" y="3657600"/>
            <a:ext cx="5166360" cy="2148840"/>
          </a:xfrm>
          <a:prstGeom prst="roundRect">
            <a:avLst>
              <a:gd name="adj" fmla="val 425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0" y="388620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يهم هذا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675120" y="4389120"/>
            <a:ext cx="4526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صورنا المرجعية من زيارة واحدة: يوم واحد، وجوال واحد، وإضاءة واحدة. وتصحيح الزائر صورة من يوم آخر وجهاز آخر، وهذا بالضبط ما ينقص الفهرس.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85800" y="3657600"/>
            <a:ext cx="5166360" cy="2148840"/>
          </a:xfrm>
          <a:prstGeom prst="roundRect">
            <a:avLst>
              <a:gd name="adj" fmla="val 4255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05840" y="388620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ويتعلم ما ليس نقشا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1005840" y="4389120"/>
            <a:ext cx="4526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صوب على حاسوبك واضغط «ليست نقشا». فيصبح الرفض جوابا تعلمه من إنسان، لا مجرد فشل في تجاوز عتبة.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أول قياس كذب علينا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قال ٩٦٫٥٪، والصحيح ٧٩٫٣٪ — واكتشاف السبب أهم ما أنجزناه.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349240" y="2057400"/>
            <a:ext cx="6172200" cy="3657600"/>
          </a:xfrm>
          <a:prstGeom prst="roundRect">
            <a:avLst>
              <a:gd name="adj" fmla="val 250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15000" y="2286000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قسناه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589520" y="30632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حين نختبره بصورة من المجموعة نفسها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715000" y="3465576"/>
            <a:ext cx="5074920" cy="329184"/>
          </a:xfrm>
          <a:prstGeom prst="roundRect">
            <a:avLst>
              <a:gd name="adj" fmla="val 19444"/>
            </a:avLst>
          </a:prstGeom>
          <a:solidFill>
            <a:srgbClr val="232D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92622" y="3465576"/>
            <a:ext cx="4897298" cy="329184"/>
          </a:xfrm>
          <a:prstGeom prst="roundRect">
            <a:avLst>
              <a:gd name="adj" fmla="val 19444"/>
            </a:avLst>
          </a:prstGeom>
          <a:solidFill>
            <a:srgbClr val="6E67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3063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700" b="1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٩٦٫٥٪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589520" y="42519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حين نختبره بصورة جديدة تماما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15000" y="4654296"/>
            <a:ext cx="5074920" cy="329184"/>
          </a:xfrm>
          <a:prstGeom prst="roundRect">
            <a:avLst>
              <a:gd name="adj" fmla="val 19444"/>
            </a:avLst>
          </a:prstGeom>
          <a:solidFill>
            <a:srgbClr val="232D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5508" y="4654296"/>
            <a:ext cx="4024412" cy="329184"/>
          </a:xfrm>
          <a:prstGeom prst="roundRect">
            <a:avLst>
              <a:gd name="adj" fmla="val 19444"/>
            </a:avLst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5000" y="42519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700" b="1" dirty="0">
                <a:solidFill>
                  <a:srgbClr val="C97A4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٧٩٫٣٪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85800" y="2057400"/>
            <a:ext cx="4434840" cy="3657600"/>
          </a:xfrm>
          <a:prstGeom prst="roundRect">
            <a:avLst>
              <a:gd name="adj" fmla="val 2500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1234440" y="2331720"/>
            <a:ext cx="2286000" cy="1453896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450592"/>
            <a:ext cx="2286000" cy="145389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60120" y="388620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لقطتان من اللحظة نفسها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960120" y="434340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العلة التي وجدناها</a:t>
            </a:r>
            <a:endParaRPr lang="en-US" sz="1900" dirty="0"/>
          </a:p>
        </p:txBody>
      </p:sp>
      <p:sp>
        <p:nvSpPr>
          <p:cNvPr id="19" name="Text 15"/>
          <p:cNvSpPr/>
          <p:nvPr/>
        </p:nvSpPr>
        <p:spPr>
          <a:xfrm>
            <a:off x="960120" y="484632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صورنا المرجعية كلها من زيارة واحدة، فكل صورتين متتاليتين شبه متطابقتين. فكان الاختبار يسأل: هل تشبه الصورة أختها الملتقطة قبل ثانيتين؟ وهذا تسرب بيانات.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685800" y="5943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i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صفر إجابة خاطئة على ٥٣ صورة رمل وسماء، و١٢٢ صورة لنقوش أخرى في جبة.</a:t>
            </a:r>
            <a:endParaRPr lang="en-US" sz="1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wordmark"/>
          <p:cNvSpPr/>
          <p:nvPr/>
        </p:nvSpPr>
        <p:spPr>
          <a:xfrm>
            <a:off x="6400800" y="914400"/>
            <a:ext cx="51480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C97A4A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4480560" y="2542032"/>
            <a:ext cx="7068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جربه على جوالك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480560" y="3108960"/>
            <a:ext cx="7068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480560" y="3657600"/>
            <a:ext cx="7068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افتحه مرة واحدة على الشبكة، ثم يعمل والجوال في وضع الطيران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265615" y="438912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66783" y="4572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بدون إنترنت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466783" y="49926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داخل الجوال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1599" y="438912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52767" y="4572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٢٩ لغة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52767" y="49926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زائر لغته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37583" y="438912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8751" y="4572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38751" y="49926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يقوى بكل تصحيح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1371600"/>
            <a:ext cx="338328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91640"/>
            <a:ext cx="2743200" cy="2743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85800" y="4846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امسح الرمز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480560" y="5852160"/>
            <a:ext cx="7068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مشروع هاكاثون أجا للذكاء الاصطناعي — حائل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هاكاثون أجا للذكاء الاصطناعي</dc:title>
  <dc:subject>PptxGenJS Presentation</dc:subject>
  <dc:creator>أثر</dc:creator>
  <cp:lastModifiedBy>أثر</cp:lastModifiedBy>
  <cp:revision>1</cp:revision>
  <dcterms:created xsi:type="dcterms:W3CDTF">2026-09-20T10:05:38Z</dcterms:created>
  <dcterms:modified xsi:type="dcterms:W3CDTF">2026-09-20T10:05:38Z</dcterms:modified>
</cp:coreProperties>
</file>