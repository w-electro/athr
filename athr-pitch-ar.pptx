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ما خلفي نقوش جبة، على بعد ساعة من حائل، وعمر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ثلاثة أسئلة يحملها الزائر، وثلاثتها تُجاب في الشريحة التالية: أي لوحة، وبأي لغة، وبلا شبكة.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 على جوالك.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ندرّب الشبكة ولم نغيّر أوزانها. نستخدم تمثيلات نموذج جاهز ونبحث فيها — وهو ما تفعله محركات البحث بالصور.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التميز.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حيا: امسح، صحّح، امسح مرة أخرى. عشر ثوان يرون فيها التعلم يقع. وإن سُئلت: النموذج غير بارامتري (k-NN)، وأوزان الشبكة لا تتغير — الذي يتغير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شريحة الرحلة. اذكر أن الترتيب مقصود: الميدان أولا، ثم النموذج، ثم مقياس أمين، ثم التعلم من الزائر. ولو سأل محكّم عن الأرقام الحقيقية للدقة، فالجواب جاهز عندك شفهيا.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wor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94960" y="1737360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4206240" y="3840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0624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— حائل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زائر يقف أمام نقش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ويريد أن يعرف: ما هذا؟ وكم عمره؟ ولماذا يختلف عن جاره؟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3973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9578" y="2377440"/>
            <a:ext cx="1344837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0549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لوحة هذه؟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30549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جدار واحد يحمل مئات اللوحات، ولكل واحدة قصتها وزمنها.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3641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528" y="2377440"/>
            <a:ext cx="1185567" cy="1097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217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وبأي لغة؟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460217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جبة من كل مكان، والقصة تصل حين يسمعها الزائر بلغته.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3309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926" y="2377440"/>
            <a:ext cx="938849" cy="10972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885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وبلا شبكة</a:t>
            </a:r>
            <a:endParaRPr lang="en-US" sz="2100" dirty="0"/>
          </a:p>
        </p:txBody>
      </p:sp>
      <p:sp>
        <p:nvSpPr>
          <p:cNvPr id="15" name="Text 10"/>
          <p:cNvSpPr/>
          <p:nvPr/>
        </p:nvSpPr>
        <p:spPr>
          <a:xfrm>
            <a:off x="89885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في الصحراء المفتوحة، فأي حل يعتمد على الإنترنت يتوقف.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85800" y="5486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جواب هو خادم في السحابة — وهو الجواب الذي لا يعمل هنا.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الكاميرا، واسمع القصة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2179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993179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9923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00200"/>
            <a:ext cx="1993179" cy="4160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60720" y="16459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760720" y="206654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 مستمر وأنت تحرك يدك أمام النقش، فلا تحتاج لقطة مثالية.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760720" y="2724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يتعرّف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760720" y="314553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يقول لك اسم اللوحة التي أمامك بعينها، لا أنها نقوش صخرية فقط.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60720" y="38039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اسمع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760720" y="422452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تسمع قصتها بصوت، بلغتك أنت، ومعها تاريخ الموقع.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760720" y="489204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24128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006840" y="5303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77240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</a:t>
            </a:r>
            <a:endParaRPr lang="en-US" sz="3800" dirty="0"/>
          </a:p>
        </p:txBody>
      </p:sp>
      <p:sp>
        <p:nvSpPr>
          <p:cNvPr id="17" name="Text 13"/>
          <p:cNvSpPr/>
          <p:nvPr/>
        </p:nvSpPr>
        <p:spPr>
          <a:xfrm>
            <a:off x="6035040" y="5303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موثقة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النموذج: DINOv3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60520" y="1554480"/>
            <a:ext cx="7360920" cy="4251960"/>
          </a:xfrm>
          <a:prstGeom prst="roundRect">
            <a:avLst>
              <a:gd name="adj" fmla="val 2151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72200" y="181051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72200" y="239572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172200" y="277977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رؤية مفتوح من Meta. نظر إلى ملايين الصور وتعلّم أشكال الأشياء بنفسه، دون أن يسمّيها له أحد.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351129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يفعل؟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72200" y="389534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يحوّل أي صورة إلى بصمة رقمية. والصورتان المتشابهتان تعطيان بصمتين متقاربتين.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462686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نستخدمه؟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172200" y="5010912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صوّرنا لوحات جبة وحفظنا بصماتها. وعند كل مسح نقارن بصمة الكاميرا بها ونختار الأقرب.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94276" y="1737360"/>
            <a:ext cx="1325880" cy="1014984"/>
          </a:xfrm>
          <a:prstGeom prst="roundRect">
            <a:avLst>
              <a:gd name="adj" fmla="val 7207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9996" y="1783080"/>
            <a:ext cx="1234440" cy="9235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224528" y="2743200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تراه الكاميرا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279392" y="2980944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94276" y="3218688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39996" y="329184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FA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0.417  0.902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FA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0.773  0.264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FA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0.115  0.658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224528" y="3913632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٣٨٤ رقما — بصمة الصورة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279392" y="415137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494276" y="4361688"/>
            <a:ext cx="1325880" cy="1014984"/>
          </a:xfrm>
          <a:prstGeom prst="roundRect">
            <a:avLst>
              <a:gd name="adj" fmla="val 7207"/>
            </a:avLst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4407408"/>
            <a:ext cx="1234440" cy="9235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224528" y="5367528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لوحة في الفهرس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85800" y="155448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1832" y="16733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يميّز الشيء نفسه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941832" y="207568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الصخرة بالذات، لا أي صخرة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85800" y="265176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41832" y="277063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تعلّم بلا معلّم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941832" y="317296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يخبره أحد ما في الصور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85800" y="374904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41832" y="386791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صغير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941832" y="427024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يسع جوالك: ٢٢ ميغابايت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85800" y="484632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41832" y="496519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تدريب إضافي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941832" y="536752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ير جبة من قبل، ويعرف لوحاتها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شيء داخل جوالك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خادم، ولا اشتراك، ولا إنترنت بعد أول تحميل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68680" y="2011680"/>
            <a:ext cx="2148840" cy="3931920"/>
          </a:xfrm>
          <a:prstGeom prst="roundRect">
            <a:avLst>
              <a:gd name="adj" fmla="val 12766"/>
            </a:avLst>
          </a:prstGeom>
          <a:solidFill>
            <a:srgbClr val="151D2C"/>
          </a:solidFill>
          <a:ln w="25400">
            <a:solidFill>
              <a:srgbClr val="C97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95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246120"/>
            <a:ext cx="1737360" cy="11064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709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والجهاز</a:t>
            </a:r>
            <a:endParaRPr lang="en-US" sz="1200" dirty="0"/>
          </a:p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وضع الطيران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5568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5568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٢٢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87572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ميغابايت: حجم النموذج كاملا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4944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4944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١٠٠٪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66948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بلا اتصال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5568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568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787572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 نديرها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4944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4944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366948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لكل زائر: واحد أو مليون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" y="60807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أغلب المشاريع تتوقف إذا انقطعت الشبكة أو انتهى رصيد الخدمة المدفوعة. وهذا يعمل في وسط النفود.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داخل جهازك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تصحيح من الزائر مثال جديد يدخل النموذج، فيتغير قراره فورا.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8973007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29039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29039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فيسمي اللوحة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1519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7551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تصحّح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67551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تضغط: ليست هذه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50031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6063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6063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يبقى في جوالك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8543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4575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يصيب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44575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المسح التالي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يهم هذا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7512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صورنا المرجعية من زيارة واحدة: يوم واحد، وجوال واحد، وإضاءة واحدة. وتصحيح الزائر صورة من يوم آخر وجهاز آخر، وهذا بالضبط ما ينقص الفهرس.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ما ليس نقشا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00584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صوّب الكاميرا على حاسوبك واضغط: ليست نقشا. فيصير الرفض جوابا تعلّمه منك، لا مجرد فشل في المطابقة.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بنينا أثر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زيارة ميدانية إلى تطبيق يعمل في يد الزائر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21792" y="1993392"/>
            <a:ext cx="3419856" cy="2596896"/>
          </a:xfrm>
          <a:prstGeom prst="roundRect">
            <a:avLst>
              <a:gd name="adj" fmla="val 4225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57400"/>
            <a:ext cx="3291840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جبة: من هنا جاءت كل صورة في الفهرس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063240" y="5166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٢٠١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1937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مرجعية من الموقع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63240" y="5550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٦٥٨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55778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يعمل مع كل تعديل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063240" y="5934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5961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وصوت لكل قصة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43400" y="205740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72600" y="22951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الميدان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53712" y="232257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زرنا جبة، وصوّرنا لوحاتها، وسجّلنا قصصها بأصواتنا.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343400" y="306324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72600" y="33009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53712" y="332841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شغّلنا التعرّف داخل المتصفح نفسه: لا خادم ولا إنترنت.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4343400" y="406908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72600" y="4306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الميزان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553712" y="433425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بنينا اختبارا يقيس الدقة على صور جديدة، لا على صور التدريب.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343400" y="507492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72600" y="5312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التعلّم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553712" y="534009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أضفنا تصحيح الزائر، فصار يتحسن كلما استعمله أحد.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6400800" y="914400"/>
            <a:ext cx="5148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480560" y="2542032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جرّبه على جوالك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480560" y="3200400"/>
            <a:ext cx="7068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80560" y="374904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افتحه مرة واحدة على الشبكة، ثم يعمل والجوال في وضع الطيران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265615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6783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بدون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66783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داخل الجوال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1599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2767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2767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 لغته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7583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8751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38751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يقوى بكل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13716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</dc:title>
  <dc:subject>PptxGenJS Presentation</dc:subject>
  <dc:creator>أثر</dc:creator>
  <cp:lastModifiedBy>أثر</cp:lastModifiedBy>
  <cp:revision>1</cp:revision>
  <dcterms:created xsi:type="dcterms:W3CDTF">2026-09-20T10:34:46Z</dcterms:created>
  <dcterms:modified xsi:type="dcterms:W3CDTF">2026-09-20T10:34:46Z</dcterms:modified>
</cp:coreProperties>
</file>