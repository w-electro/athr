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ما خلفي نقوش جبة، على بعد ساعة من حائل، وعمر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تقل إن الموقع مهمل — فيه لافتات ومرشدون. القيد الحقيقي أن التعريف عام، والمرشد بموعد، والشبكة غائبة.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 على جوالك.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ندرّب الشبكة ولم نغيّر أوزانها. نستخدم تمثيلات نموذج جاهز ونبحث فيها — وهو ما تفعله محركات البحث بالصور.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التميز.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حيا: امسح، صحّح، امسح مرة أخرى. عشر ثوان يرون فيها التعلم يقع. وإن سُئلت: النموذج غير بارامتري (k-NN)، وأوزان الشبكة لا تتغير — الذي يتغير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شريحة الرحلة. اذكر أن الترتيب مقصود: الميدان أولا، ثم النموذج، ثم مقياس أمين، ثم التعلم من الزائر. ولو سأل محكّم عن الأرقام الحقيقية للدقة، فالجواب جاهز عندك شفهيا.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wor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94960" y="173736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420624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0624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— حائل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يقف أمام نقش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مجهّز، لكن الزائر ما زال وحده أمام الصخرة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0125" y="2377440"/>
            <a:ext cx="100429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0549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اللافتة تعرّف بالموقع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30549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عند المدخل تشرح الموقع كله، وأمامك مئات اللوحات لكل واحدة قصتها.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3641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792" y="2377440"/>
            <a:ext cx="1061304" cy="1097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217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المرشد بموعد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460217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المرشدون موجودون، لكن بحجز مسبق وبعدد محدود من اللغات.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3309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926" y="2377440"/>
            <a:ext cx="938849" cy="10972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885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والشبكة تنقطع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89885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في الصحراء المفتوحة، فأي حل يعتمد على الإنترنت يتوقف.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جواب هو خادم في السحابة —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الكاميرا، واسمع القصة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 مستمر وأنت تحرك يدك أمام النقش، فلا تحتاج لقطة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يتعرّف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يقول لك اسم اللوحة التي أمامك بعينها، لا أنها نقوش صخرية فقط.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تسمع قصتها بصوت، بلغتك أنت،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303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303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النموذج: DINOv3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60520" y="1554480"/>
            <a:ext cx="7360920" cy="4251960"/>
          </a:xfrm>
          <a:prstGeom prst="roundRect">
            <a:avLst>
              <a:gd name="adj" fmla="val 2151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49240" y="1810512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349240" y="239572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349240" y="2779776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رؤية مفتوح من Meta. نظر إلى ملايين الصور وتعلّم أشكال الأشياء بنفسه، دون أن يسمّيها له أحد.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349240" y="3511296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يفعل؟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49240" y="3895344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يحوّل أي صورة إلى بصمة رقمية. والصورتان المتشابهتان تعطيان بصمتين متقاربتين.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349240" y="4626864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نستخدمه؟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49240" y="5010912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صوّرنا لوحات جبة وحفظنا بصماتها. وعند كل مسح نقارن بصمة الكاميرا بها ونختار الأقرب.</a:t>
            </a:r>
            <a:endParaRPr lang="en-US" sz="14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3246120"/>
            <a:ext cx="722376" cy="126187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5800" y="155448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1832" y="16733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يميّز الشيء نفسه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41832" y="207568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الصخرة بالذات، لا أي صخرة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265176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1832" y="277063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بلا معلّم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41832" y="317296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يخبره أحد ما في الصور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5800" y="374904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1832" y="386791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صغير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41832" y="427024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يسع جوالك: ٢٢ ميغابايت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" y="484632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41832" y="496519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تدريب إضافي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41832" y="536752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ير جبة من قبل، ويعرف لوحاتها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شيء داخل جوالك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خادم، ولا اشتراك، ولا إنترنت بعد أول تحميل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68680" y="2011680"/>
            <a:ext cx="2148840" cy="3931920"/>
          </a:xfrm>
          <a:prstGeom prst="roundRect">
            <a:avLst>
              <a:gd name="adj" fmla="val 12766"/>
            </a:avLst>
          </a:prstGeom>
          <a:solidFill>
            <a:srgbClr val="151D2C"/>
          </a:solidFill>
          <a:ln w="25400">
            <a:solidFill>
              <a:srgbClr val="C9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95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46120"/>
            <a:ext cx="1737360" cy="11064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709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والجهاز</a:t>
            </a:r>
            <a:endParaRPr lang="en-US" sz="1200" dirty="0"/>
          </a:p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وضع الطيران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5568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5568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٢٢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7572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ميغابايت: حجم النموذج كاملا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4944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4944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١٠٠٪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66948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اتصال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5568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568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87572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 نديرها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4944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4944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366948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لكل زائر: واحد أو مليون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60807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المشاريع تتوقف إذا انقطعت الشبكة أو انتهى رصيد الخدمة المدفوعة. وهذا يعمل في وسط النفود.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داخل جهازك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تصحيح من الزائر مثال جديد يدخل النموذج، فيتغير قراره فورا.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8973007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29039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29039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فيسمي اللوحة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1519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7551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تصحّح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67551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تضغط: ليست هذه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0031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6063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6063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يبقى في جوالك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8543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4575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يصيب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44575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يهم هذا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صورنا المرجعية من زيارة واحدة: يوم واحد، وجوال واحد، وإضاءة واحدة. وتصحيح الزائر صورة من يوم آخر وجهاز آخر، وهذا بالضبط ما ينقص الفهرس.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ما ليس نقشا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00584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صوّب الكاميرا على حاسوبك واضغط: ليست نقشا. فيصير الرفض جوابا تعلّمه منك، لا مجرد فشل في المطابقة.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بنينا أثر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زيارة ميدانية إلى تطبيق يعمل في يد الزائر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21792" y="1993392"/>
            <a:ext cx="3419856" cy="2596896"/>
          </a:xfrm>
          <a:prstGeom prst="roundRect">
            <a:avLst>
              <a:gd name="adj" fmla="val 4225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57400"/>
            <a:ext cx="3291840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جبة: من هنا جاءت كل صورة في الفهرس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063240" y="5166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٢٠١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193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مرجعية من الموقع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63240" y="5550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٦٥٨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5577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يعمل مع كل تعديل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063240" y="5934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5961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وصوت لكل قصة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43400" y="205740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72600" y="22951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الميدان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53712" y="232257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زرنا جبة، وصوّرنا لوحاتها، وسجّلنا قصصها بأصواتنا.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343400" y="306324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72600" y="33009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53712" y="332841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شغّلنا التعرّف داخل المتصفح نفسه: لا خادم ولا إنترنت.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4343400" y="406908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72600" y="4306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الميزان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553712" y="433425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بنينا اختبارا يقيس الدقة على صور جديدة، لا على صور التدريب.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343400" y="507492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72600" y="5312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التعلّم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553712" y="534009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أضفنا تصحيح الزائر، فصار يتحسن كلما استعمله أحد.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914400"/>
            <a:ext cx="5148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480560" y="2542032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جرّبه على جوالك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20040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74904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افتحه مرة واحدة على الشبكة، ثم يعمل والجوال في وضع الطيران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داخل الجوال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 لغته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يقوى بكل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</dc:title>
  <dc:subject>PptxGenJS Presentation</dc:subject>
  <dc:creator>أثر</dc:creator>
  <cp:lastModifiedBy>أثر</cp:lastModifiedBy>
  <cp:revision>1</cp:revision>
  <dcterms:created xsi:type="dcterms:W3CDTF">2026-09-20T10:18:05Z</dcterms:created>
  <dcterms:modified xsi:type="dcterms:W3CDTF">2026-09-20T10:18:05Z</dcterms:modified>
</cp:coreProperties>
</file>