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800" b="1" dirty="0">
                <a:solidFill>
                  <a:srgbClr val="C97A4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أثر</a:t>
            </a:r>
            <a:endParaRPr lang="en-US" sz="10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دليلك إلى نقوش حائل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4434840"/>
            <a:ext cx="484632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846320"/>
            <a:ext cx="40233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9464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DD8C5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امسح الرمز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0" y="10104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w-electro.github.io/athr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0" y="107167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A2977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يعمل بدون إنترنت، وبتسع وعشرين لغة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0" y="11292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نقوش جبة · جبل أُمّ سِنمان · حائل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12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قافلة الجِمال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تدجين الجمل · قبل نحو ثلاثة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مَلِك جبة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العصر الحجري الحديث · قبل نحو عشرة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الوعل ذو القرنين الطويلين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العصر الحجري الحديث · قبل نحو عشرة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الجمل المفرد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تدجين الجمل · قبل نحو ثلاثة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الشكل الذي لم يُحسَم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العصر الحجري الحديث · قبل نحو عشرة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الأسد ومروّضه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العصر الحجري الحديث · قبل نحو عشرة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الجِمال الثلاثة والراكب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نقوش ثمودية · قرونٌ قبل الإسلام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الرامي والبقرة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العصر الحجري الحديث · قبل نحو عشرة آلاف سنة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جملٌ وكتابة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نقوش ثمودية · قرونٌ قبل الإسلام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8023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DCC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سِرب النعام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FAE6E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نقوش ثمودية · قرونٌ قبل الإسلام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1100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E67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جبل أُمّ سِنمان · جبة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slow" p14:dur="900" advClick="1" advTm="6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أثر — شاشة العرض</dc:title>
  <dc:subject>PptxGenJS Presentation</dc:subject>
  <dc:creator>أثر</dc:creator>
  <cp:lastModifiedBy>أثر</cp:lastModifiedBy>
  <cp:revision>1</cp:revision>
  <dcterms:created xsi:type="dcterms:W3CDTF">2026-09-29T10:29:18Z</dcterms:created>
  <dcterms:modified xsi:type="dcterms:W3CDTF">2026-09-29T10:29:18Z</dcterms:modified>
</cp:coreProperties>
</file>