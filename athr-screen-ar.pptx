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6858000" cy="10287000"/>
  <p:notesSz cx="102870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 useTimings="0">
    <p:present/>
    <p:sldAll/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777240"/>
            <a:ext cx="6858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9200" b="1" dirty="0">
                <a:solidFill>
                  <a:srgbClr val="C97A4A"/>
                </a:solidFill>
                <a:latin typeface="Reem Kufi" pitchFamily="34" charset="0"/>
                <a:ea typeface="Reem Kufi" pitchFamily="34" charset="-122"/>
                <a:cs typeface="Reem Kufi" pitchFamily="34" charset="-120"/>
              </a:rPr>
              <a:t>أثر</a:t>
            </a:r>
            <a:endParaRPr lang="en-US" sz="9200" dirty="0"/>
          </a:p>
        </p:txBody>
      </p:sp>
      <p:sp>
        <p:nvSpPr>
          <p:cNvPr id="3" name="Text 1"/>
          <p:cNvSpPr/>
          <p:nvPr/>
        </p:nvSpPr>
        <p:spPr>
          <a:xfrm>
            <a:off x="0" y="237744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400" b="1" dirty="0">
                <a:solidFill>
                  <a:srgbClr val="E8DCC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دليلك إلى نقوش حائل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143000" y="3200400"/>
            <a:ext cx="4572000" cy="4572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27048" y="3584448"/>
            <a:ext cx="3803904" cy="38039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0" y="8001000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2800" b="1" dirty="0">
                <a:solidFill>
                  <a:srgbClr val="DD8C58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امسح الرمز</a:t>
            </a:r>
            <a:endParaRPr lang="en-US" sz="2800" dirty="0"/>
          </a:p>
        </p:txBody>
      </p:sp>
      <p:sp>
        <p:nvSpPr>
          <p:cNvPr id="7" name="Text 4"/>
          <p:cNvSpPr/>
          <p:nvPr/>
        </p:nvSpPr>
        <p:spPr>
          <a:xfrm>
            <a:off x="0" y="85496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297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w-electro.github.io/athr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0" y="90525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600" dirty="0">
                <a:solidFill>
                  <a:srgbClr val="A2977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يعمل بدون إنترنت، وبتسع وعشرين لغة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0" y="9601200"/>
            <a:ext cx="6858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en-US" sz="1250" dirty="0">
                <a:solidFill>
                  <a:srgbClr val="6E6757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نقوش جبة · جبل أُمّ سِنمان · حائل</a:t>
            </a:r>
            <a:endParaRPr lang="en-US" sz="1250" dirty="0"/>
          </a:p>
        </p:txBody>
      </p:sp>
    </p:spTree>
  </p:cSld>
  <p:clrMapOvr>
    <a:masterClrMapping/>
  </p:clrMapOvr>
  <p:transition xmlns:p14="http://schemas.microsoft.com/office/powerpoint/2010/main" spd="slow" p14:dur="9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6858000" cy="10287000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slow" p14:dur="9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أثر — شاشة العرض</dc:title>
  <dc:subject>PptxGenJS Presentation</dc:subject>
  <dc:creator>أثر</dc:creator>
  <cp:lastModifiedBy>أثر</cp:lastModifiedBy>
  <cp:revision>1</cp:revision>
  <dcterms:created xsi:type="dcterms:W3CDTF">2026-09-29T12:34:20Z</dcterms:created>
  <dcterms:modified xsi:type="dcterms:W3CDTF">2026-09-29T12:34:20Z</dcterms:modified>
</cp:coreProperties>
</file>