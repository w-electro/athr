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10287000"/>
  <p:notesSz cx="10287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772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43000" y="3200400"/>
            <a:ext cx="45720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3584448"/>
            <a:ext cx="380390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8001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0" y="8549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9052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0" y="9601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· جبل أُمّ سِنمان · حائل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شاشة العرض</dc:title>
  <dc:subject>PptxGenJS Presentation</dc:subject>
  <dc:creator>أثر</dc:creator>
  <cp:lastModifiedBy>أثر</cp:lastModifiedBy>
  <cp:revision>1</cp:revision>
  <dcterms:created xsi:type="dcterms:W3CDTF">2026-09-29T10:47:41Z</dcterms:created>
  <dcterms:modified xsi:type="dcterms:W3CDTF">2026-09-29T10:47:41Z</dcterms:modified>
</cp:coreProperties>
</file>