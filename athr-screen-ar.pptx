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6858000" cy="10287000"/>
  <p:notesSz cx="10287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 useTimings="0">
    <p:present/>
    <p:sldAll/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772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200" b="1" dirty="0">
                <a:solidFill>
                  <a:srgbClr val="C97A4A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0" y="2377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دليلك إلى نقوش حائل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43000" y="3200400"/>
            <a:ext cx="4572000" cy="4572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3584448"/>
            <a:ext cx="380390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80010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امسح الرمز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0" y="85496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29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0" y="90525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بدون إنترنت، وبتسع وعشرين لغة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0" y="96012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جبة · جبل أُمّ سِنمان · حائل</a:t>
            </a:r>
            <a:endParaRPr lang="en-US" sz="1250" dirty="0"/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شاشة العرض</dc:title>
  <dc:subject>PptxGenJS Presentation</dc:subject>
  <dc:creator>أثر</dc:creator>
  <cp:lastModifiedBy>أثر</cp:lastModifiedBy>
  <cp:revision>1</cp:revision>
  <dcterms:created xsi:type="dcterms:W3CDTF">2026-09-30T06:12:18Z</dcterms:created>
  <dcterms:modified xsi:type="dcterms:W3CDTF">2026-09-30T06:12:18Z</dcterms:modified>
</cp:coreProperties>
</file>